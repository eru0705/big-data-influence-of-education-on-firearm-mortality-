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3.xml" ContentType="application/vnd.openxmlformats-officedocument.theme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18" r:id="rId1"/>
    <p:sldMasterId id="2147483705" r:id="rId2"/>
    <p:sldMasterId id="2147483669" r:id="rId3"/>
    <p:sldMasterId id="2147483674" r:id="rId4"/>
  </p:sldMasterIdLst>
  <p:notesMasterIdLst>
    <p:notesMasterId r:id="rId22"/>
  </p:notesMasterIdLst>
  <p:handoutMasterIdLst>
    <p:handoutMasterId r:id="rId23"/>
  </p:handoutMasterIdLst>
  <p:sldIdLst>
    <p:sldId id="261" r:id="rId5"/>
    <p:sldId id="280" r:id="rId6"/>
    <p:sldId id="282" r:id="rId7"/>
    <p:sldId id="283" r:id="rId8"/>
    <p:sldId id="284" r:id="rId9"/>
    <p:sldId id="285" r:id="rId10"/>
    <p:sldId id="286" r:id="rId11"/>
    <p:sldId id="287" r:id="rId12"/>
    <p:sldId id="288" r:id="rId13"/>
    <p:sldId id="290" r:id="rId14"/>
    <p:sldId id="292" r:id="rId15"/>
    <p:sldId id="291" r:id="rId16"/>
    <p:sldId id="293" r:id="rId17"/>
    <p:sldId id="289" r:id="rId18"/>
    <p:sldId id="294" r:id="rId19"/>
    <p:sldId id="295" r:id="rId20"/>
    <p:sldId id="281" r:id="rId2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userDrawn="1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AA360"/>
    <a:srgbClr val="3C0529"/>
    <a:srgbClr val="8B7A39"/>
    <a:srgbClr val="2B0E20"/>
    <a:srgbClr val="6E375E"/>
    <a:srgbClr val="3D0029"/>
    <a:srgbClr val="531C40"/>
    <a:srgbClr val="1A2A4F"/>
    <a:srgbClr val="0A142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927" autoAdjust="0"/>
    <p:restoredTop sz="93474"/>
  </p:normalViewPr>
  <p:slideViewPr>
    <p:cSldViewPr snapToGrid="0" snapToObjects="1" showGuides="1">
      <p:cViewPr varScale="1">
        <p:scale>
          <a:sx n="77" d="100"/>
          <a:sy n="77" d="100"/>
        </p:scale>
        <p:origin x="1882" y="62"/>
      </p:cViewPr>
      <p:guideLst>
        <p:guide orient="horz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napToObjects="1" showGuides="1">
      <p:cViewPr varScale="1">
        <p:scale>
          <a:sx n="120" d="100"/>
          <a:sy n="120" d="100"/>
        </p:scale>
        <p:origin x="3896" y="19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heme" Target="theme/theme1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handoutMaster" Target="handoutMasters/handoutMaster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notesMaster" Target="notesMasters/notesMaster1.xml"/><Relationship Id="rId27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62AF5E7-E2FE-1145-9869-7B43B6344FF6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F185789-F3D9-634F-96C2-BEA085027A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96410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139D845-61A1-534E-B44F-B4CDA5FED41D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0866683-5F5D-234B-A41B-4703CDF0DB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64333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866683-5F5D-234B-A41B-4703CDF0DB37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337012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4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4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4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4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4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4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with image right 1">
    <p:bg>
      <p:bgPr>
        <a:solidFill>
          <a:srgbClr val="3D00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7"/>
          <p:cNvSpPr/>
          <p:nvPr userDrawn="1"/>
        </p:nvSpPr>
        <p:spPr>
          <a:xfrm flipH="1">
            <a:off x="5156679" y="-3176"/>
            <a:ext cx="2708729" cy="1440827"/>
          </a:xfrm>
          <a:custGeom>
            <a:avLst/>
            <a:gdLst>
              <a:gd name="connsiteX0" fmla="*/ 0 w 2661104"/>
              <a:gd name="connsiteY0" fmla="*/ 0 h 1418602"/>
              <a:gd name="connsiteX1" fmla="*/ 833275 w 2661104"/>
              <a:gd name="connsiteY1" fmla="*/ 0 h 1418602"/>
              <a:gd name="connsiteX2" fmla="*/ 2450968 w 2661104"/>
              <a:gd name="connsiteY2" fmla="*/ 1212297 h 1418602"/>
              <a:gd name="connsiteX3" fmla="*/ 2661104 w 2661104"/>
              <a:gd name="connsiteY3" fmla="*/ 1418602 h 1418602"/>
              <a:gd name="connsiteX4" fmla="*/ 2605866 w 2661104"/>
              <a:gd name="connsiteY4" fmla="*/ 1382644 h 1418602"/>
              <a:gd name="connsiteX5" fmla="*/ 445260 w 2661104"/>
              <a:gd name="connsiteY5" fmla="*/ 207296 h 1418602"/>
              <a:gd name="connsiteX6" fmla="*/ 0 w 2661104"/>
              <a:gd name="connsiteY6" fmla="*/ 0 h 1418602"/>
              <a:gd name="connsiteX0" fmla="*/ 0 w 2661104"/>
              <a:gd name="connsiteY0" fmla="*/ 22225 h 1440827"/>
              <a:gd name="connsiteX1" fmla="*/ 823750 w 2661104"/>
              <a:gd name="connsiteY1" fmla="*/ 0 h 1440827"/>
              <a:gd name="connsiteX2" fmla="*/ 2450968 w 2661104"/>
              <a:gd name="connsiteY2" fmla="*/ 1234522 h 1440827"/>
              <a:gd name="connsiteX3" fmla="*/ 2661104 w 2661104"/>
              <a:gd name="connsiteY3" fmla="*/ 1440827 h 1440827"/>
              <a:gd name="connsiteX4" fmla="*/ 2605866 w 2661104"/>
              <a:gd name="connsiteY4" fmla="*/ 1404869 h 1440827"/>
              <a:gd name="connsiteX5" fmla="*/ 445260 w 2661104"/>
              <a:gd name="connsiteY5" fmla="*/ 229521 h 1440827"/>
              <a:gd name="connsiteX6" fmla="*/ 0 w 2661104"/>
              <a:gd name="connsiteY6" fmla="*/ 22225 h 1440827"/>
              <a:gd name="connsiteX0" fmla="*/ 0 w 2692854"/>
              <a:gd name="connsiteY0" fmla="*/ 3175 h 1440827"/>
              <a:gd name="connsiteX1" fmla="*/ 855500 w 2692854"/>
              <a:gd name="connsiteY1" fmla="*/ 0 h 1440827"/>
              <a:gd name="connsiteX2" fmla="*/ 2482718 w 2692854"/>
              <a:gd name="connsiteY2" fmla="*/ 1234522 h 1440827"/>
              <a:gd name="connsiteX3" fmla="*/ 2692854 w 2692854"/>
              <a:gd name="connsiteY3" fmla="*/ 1440827 h 1440827"/>
              <a:gd name="connsiteX4" fmla="*/ 2637616 w 2692854"/>
              <a:gd name="connsiteY4" fmla="*/ 1404869 h 1440827"/>
              <a:gd name="connsiteX5" fmla="*/ 477010 w 2692854"/>
              <a:gd name="connsiteY5" fmla="*/ 229521 h 1440827"/>
              <a:gd name="connsiteX6" fmla="*/ 0 w 2692854"/>
              <a:gd name="connsiteY6" fmla="*/ 3175 h 1440827"/>
              <a:gd name="connsiteX0" fmla="*/ 0 w 2692854"/>
              <a:gd name="connsiteY0" fmla="*/ 6350 h 1440827"/>
              <a:gd name="connsiteX1" fmla="*/ 855500 w 2692854"/>
              <a:gd name="connsiteY1" fmla="*/ 0 h 1440827"/>
              <a:gd name="connsiteX2" fmla="*/ 2482718 w 2692854"/>
              <a:gd name="connsiteY2" fmla="*/ 1234522 h 1440827"/>
              <a:gd name="connsiteX3" fmla="*/ 2692854 w 2692854"/>
              <a:gd name="connsiteY3" fmla="*/ 1440827 h 1440827"/>
              <a:gd name="connsiteX4" fmla="*/ 2637616 w 2692854"/>
              <a:gd name="connsiteY4" fmla="*/ 1404869 h 1440827"/>
              <a:gd name="connsiteX5" fmla="*/ 477010 w 2692854"/>
              <a:gd name="connsiteY5" fmla="*/ 229521 h 1440827"/>
              <a:gd name="connsiteX6" fmla="*/ 0 w 2692854"/>
              <a:gd name="connsiteY6" fmla="*/ 6350 h 1440827"/>
              <a:gd name="connsiteX0" fmla="*/ 0 w 2696029"/>
              <a:gd name="connsiteY0" fmla="*/ 0 h 1440827"/>
              <a:gd name="connsiteX1" fmla="*/ 858675 w 2696029"/>
              <a:gd name="connsiteY1" fmla="*/ 0 h 1440827"/>
              <a:gd name="connsiteX2" fmla="*/ 2485893 w 2696029"/>
              <a:gd name="connsiteY2" fmla="*/ 1234522 h 1440827"/>
              <a:gd name="connsiteX3" fmla="*/ 2696029 w 2696029"/>
              <a:gd name="connsiteY3" fmla="*/ 1440827 h 1440827"/>
              <a:gd name="connsiteX4" fmla="*/ 2640791 w 2696029"/>
              <a:gd name="connsiteY4" fmla="*/ 1404869 h 1440827"/>
              <a:gd name="connsiteX5" fmla="*/ 480185 w 2696029"/>
              <a:gd name="connsiteY5" fmla="*/ 229521 h 1440827"/>
              <a:gd name="connsiteX6" fmla="*/ 0 w 2696029"/>
              <a:gd name="connsiteY6" fmla="*/ 0 h 1440827"/>
              <a:gd name="connsiteX0" fmla="*/ 0 w 2708729"/>
              <a:gd name="connsiteY0" fmla="*/ 0 h 1440827"/>
              <a:gd name="connsiteX1" fmla="*/ 871375 w 2708729"/>
              <a:gd name="connsiteY1" fmla="*/ 0 h 1440827"/>
              <a:gd name="connsiteX2" fmla="*/ 2498593 w 2708729"/>
              <a:gd name="connsiteY2" fmla="*/ 1234522 h 1440827"/>
              <a:gd name="connsiteX3" fmla="*/ 2708729 w 2708729"/>
              <a:gd name="connsiteY3" fmla="*/ 1440827 h 1440827"/>
              <a:gd name="connsiteX4" fmla="*/ 2653491 w 2708729"/>
              <a:gd name="connsiteY4" fmla="*/ 1404869 h 1440827"/>
              <a:gd name="connsiteX5" fmla="*/ 492885 w 2708729"/>
              <a:gd name="connsiteY5" fmla="*/ 229521 h 1440827"/>
              <a:gd name="connsiteX6" fmla="*/ 0 w 2708729"/>
              <a:gd name="connsiteY6" fmla="*/ 0 h 14408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708729" h="1440827">
                <a:moveTo>
                  <a:pt x="0" y="0"/>
                </a:moveTo>
                <a:lnTo>
                  <a:pt x="871375" y="0"/>
                </a:lnTo>
                <a:cubicBezTo>
                  <a:pt x="1347100" y="320234"/>
                  <a:pt x="1983063" y="755066"/>
                  <a:pt x="2498593" y="1234522"/>
                </a:cubicBezTo>
                <a:lnTo>
                  <a:pt x="2708729" y="1440827"/>
                </a:lnTo>
                <a:lnTo>
                  <a:pt x="2653491" y="1404869"/>
                </a:lnTo>
                <a:cubicBezTo>
                  <a:pt x="2354584" y="1214301"/>
                  <a:pt x="1486222" y="706715"/>
                  <a:pt x="492885" y="229521"/>
                </a:cubicBezTo>
                <a:lnTo>
                  <a:pt x="0" y="0"/>
                </a:lnTo>
                <a:close/>
              </a:path>
            </a:pathLst>
          </a:custGeom>
          <a:solidFill>
            <a:srgbClr val="BAA3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Picture Placeholder 12"/>
          <p:cNvSpPr>
            <a:spLocks noGrp="1"/>
          </p:cNvSpPr>
          <p:nvPr>
            <p:ph type="pic" sz="quarter" idx="14" hasCustomPrompt="1"/>
          </p:nvPr>
        </p:nvSpPr>
        <p:spPr>
          <a:xfrm flipH="1">
            <a:off x="5164299" y="2"/>
            <a:ext cx="3983784" cy="6874330"/>
          </a:xfrm>
          <a:custGeom>
            <a:avLst/>
            <a:gdLst>
              <a:gd name="connsiteX0" fmla="*/ 0 w 3209925"/>
              <a:gd name="connsiteY0" fmla="*/ 0 h 6858000"/>
              <a:gd name="connsiteX1" fmla="*/ 1760515 w 3209925"/>
              <a:gd name="connsiteY1" fmla="*/ 0 h 6858000"/>
              <a:gd name="connsiteX2" fmla="*/ 3209925 w 3209925"/>
              <a:gd name="connsiteY2" fmla="*/ 1449410 h 6858000"/>
              <a:gd name="connsiteX3" fmla="*/ 3209925 w 3209925"/>
              <a:gd name="connsiteY3" fmla="*/ 6858000 h 6858000"/>
              <a:gd name="connsiteX4" fmla="*/ 0 w 3209925"/>
              <a:gd name="connsiteY4" fmla="*/ 6858000 h 6858000"/>
              <a:gd name="connsiteX5" fmla="*/ 0 w 3209925"/>
              <a:gd name="connsiteY5" fmla="*/ 0 h 6858000"/>
              <a:gd name="connsiteX0" fmla="*/ 0 w 4416933"/>
              <a:gd name="connsiteY0" fmla="*/ 0 h 6858000"/>
              <a:gd name="connsiteX1" fmla="*/ 1760515 w 4416933"/>
              <a:gd name="connsiteY1" fmla="*/ 0 h 6858000"/>
              <a:gd name="connsiteX2" fmla="*/ 4416933 w 4416933"/>
              <a:gd name="connsiteY2" fmla="*/ 1449410 h 6858000"/>
              <a:gd name="connsiteX3" fmla="*/ 3209925 w 4416933"/>
              <a:gd name="connsiteY3" fmla="*/ 6858000 h 6858000"/>
              <a:gd name="connsiteX4" fmla="*/ 0 w 4416933"/>
              <a:gd name="connsiteY4" fmla="*/ 6858000 h 6858000"/>
              <a:gd name="connsiteX5" fmla="*/ 0 w 4416933"/>
              <a:gd name="connsiteY5" fmla="*/ 0 h 6858000"/>
              <a:gd name="connsiteX0" fmla="*/ 0 w 4420108"/>
              <a:gd name="connsiteY0" fmla="*/ 0 h 6858000"/>
              <a:gd name="connsiteX1" fmla="*/ 1760515 w 4420108"/>
              <a:gd name="connsiteY1" fmla="*/ 0 h 6858000"/>
              <a:gd name="connsiteX2" fmla="*/ 4420108 w 4420108"/>
              <a:gd name="connsiteY2" fmla="*/ 1433535 h 6858000"/>
              <a:gd name="connsiteX3" fmla="*/ 3209925 w 4420108"/>
              <a:gd name="connsiteY3" fmla="*/ 6858000 h 6858000"/>
              <a:gd name="connsiteX4" fmla="*/ 0 w 4420108"/>
              <a:gd name="connsiteY4" fmla="*/ 6858000 h 6858000"/>
              <a:gd name="connsiteX5" fmla="*/ 0 w 4420108"/>
              <a:gd name="connsiteY5" fmla="*/ 0 h 6858000"/>
              <a:gd name="connsiteX0" fmla="*/ 0 w 4420108"/>
              <a:gd name="connsiteY0" fmla="*/ 0 h 6858000"/>
              <a:gd name="connsiteX1" fmla="*/ 1735115 w 4420108"/>
              <a:gd name="connsiteY1" fmla="*/ 3175 h 6858000"/>
              <a:gd name="connsiteX2" fmla="*/ 4420108 w 4420108"/>
              <a:gd name="connsiteY2" fmla="*/ 1433535 h 6858000"/>
              <a:gd name="connsiteX3" fmla="*/ 3209925 w 4420108"/>
              <a:gd name="connsiteY3" fmla="*/ 6858000 h 6858000"/>
              <a:gd name="connsiteX4" fmla="*/ 0 w 4420108"/>
              <a:gd name="connsiteY4" fmla="*/ 6858000 h 6858000"/>
              <a:gd name="connsiteX5" fmla="*/ 0 w 4420108"/>
              <a:gd name="connsiteY5" fmla="*/ 0 h 6858000"/>
              <a:gd name="connsiteX0" fmla="*/ 0 w 4420108"/>
              <a:gd name="connsiteY0" fmla="*/ 0 h 6858000"/>
              <a:gd name="connsiteX1" fmla="*/ 1735115 w 4420108"/>
              <a:gd name="connsiteY1" fmla="*/ 3175 h 6858000"/>
              <a:gd name="connsiteX2" fmla="*/ 4420108 w 4420108"/>
              <a:gd name="connsiteY2" fmla="*/ 1433535 h 6858000"/>
              <a:gd name="connsiteX3" fmla="*/ 3209925 w 4420108"/>
              <a:gd name="connsiteY3" fmla="*/ 6858000 h 6858000"/>
              <a:gd name="connsiteX4" fmla="*/ 0 w 4420108"/>
              <a:gd name="connsiteY4" fmla="*/ 6858000 h 6858000"/>
              <a:gd name="connsiteX5" fmla="*/ 0 w 4420108"/>
              <a:gd name="connsiteY5" fmla="*/ 0 h 6858000"/>
              <a:gd name="connsiteX0" fmla="*/ 0 w 4420108"/>
              <a:gd name="connsiteY0" fmla="*/ 0 h 6858000"/>
              <a:gd name="connsiteX1" fmla="*/ 1735115 w 4420108"/>
              <a:gd name="connsiteY1" fmla="*/ 3175 h 6858000"/>
              <a:gd name="connsiteX2" fmla="*/ 4420108 w 4420108"/>
              <a:gd name="connsiteY2" fmla="*/ 1433535 h 6858000"/>
              <a:gd name="connsiteX3" fmla="*/ 3209925 w 4420108"/>
              <a:gd name="connsiteY3" fmla="*/ 6858000 h 6858000"/>
              <a:gd name="connsiteX4" fmla="*/ 0 w 4420108"/>
              <a:gd name="connsiteY4" fmla="*/ 6858000 h 6858000"/>
              <a:gd name="connsiteX5" fmla="*/ 0 w 4420108"/>
              <a:gd name="connsiteY5" fmla="*/ 0 h 6858000"/>
              <a:gd name="connsiteX0" fmla="*/ 0 w 4420108"/>
              <a:gd name="connsiteY0" fmla="*/ 0 h 6858000"/>
              <a:gd name="connsiteX1" fmla="*/ 1735115 w 4420108"/>
              <a:gd name="connsiteY1" fmla="*/ 3175 h 6858000"/>
              <a:gd name="connsiteX2" fmla="*/ 4420108 w 4420108"/>
              <a:gd name="connsiteY2" fmla="*/ 1433535 h 6858000"/>
              <a:gd name="connsiteX3" fmla="*/ 3209925 w 4420108"/>
              <a:gd name="connsiteY3" fmla="*/ 6858000 h 6858000"/>
              <a:gd name="connsiteX4" fmla="*/ 0 w 4420108"/>
              <a:gd name="connsiteY4" fmla="*/ 6858000 h 6858000"/>
              <a:gd name="connsiteX5" fmla="*/ 0 w 4420108"/>
              <a:gd name="connsiteY5" fmla="*/ 0 h 6858000"/>
              <a:gd name="connsiteX0" fmla="*/ 0 w 4420108"/>
              <a:gd name="connsiteY0" fmla="*/ 0 h 6858000"/>
              <a:gd name="connsiteX1" fmla="*/ 1735115 w 4420108"/>
              <a:gd name="connsiteY1" fmla="*/ 3175 h 6858000"/>
              <a:gd name="connsiteX2" fmla="*/ 4420108 w 4420108"/>
              <a:gd name="connsiteY2" fmla="*/ 1433535 h 6858000"/>
              <a:gd name="connsiteX3" fmla="*/ 3209925 w 4420108"/>
              <a:gd name="connsiteY3" fmla="*/ 6858000 h 6858000"/>
              <a:gd name="connsiteX4" fmla="*/ 0 w 4420108"/>
              <a:gd name="connsiteY4" fmla="*/ 6858000 h 6858000"/>
              <a:gd name="connsiteX5" fmla="*/ 0 w 4420108"/>
              <a:gd name="connsiteY5" fmla="*/ 0 h 6858000"/>
              <a:gd name="connsiteX0" fmla="*/ 625033 w 5045141"/>
              <a:gd name="connsiteY0" fmla="*/ 0 h 6858000"/>
              <a:gd name="connsiteX1" fmla="*/ 2360148 w 5045141"/>
              <a:gd name="connsiteY1" fmla="*/ 3175 h 6858000"/>
              <a:gd name="connsiteX2" fmla="*/ 5045141 w 5045141"/>
              <a:gd name="connsiteY2" fmla="*/ 1433535 h 6858000"/>
              <a:gd name="connsiteX3" fmla="*/ 3834958 w 5045141"/>
              <a:gd name="connsiteY3" fmla="*/ 6858000 h 6858000"/>
              <a:gd name="connsiteX4" fmla="*/ 0 w 5045141"/>
              <a:gd name="connsiteY4" fmla="*/ 6858000 h 6858000"/>
              <a:gd name="connsiteX5" fmla="*/ 625033 w 5045141"/>
              <a:gd name="connsiteY5" fmla="*/ 0 h 6858000"/>
              <a:gd name="connsiteX0" fmla="*/ 11575 w 5045141"/>
              <a:gd name="connsiteY0" fmla="*/ 0 h 6858000"/>
              <a:gd name="connsiteX1" fmla="*/ 2360148 w 5045141"/>
              <a:gd name="connsiteY1" fmla="*/ 3175 h 6858000"/>
              <a:gd name="connsiteX2" fmla="*/ 5045141 w 5045141"/>
              <a:gd name="connsiteY2" fmla="*/ 1433535 h 6858000"/>
              <a:gd name="connsiteX3" fmla="*/ 3834958 w 5045141"/>
              <a:gd name="connsiteY3" fmla="*/ 6858000 h 6858000"/>
              <a:gd name="connsiteX4" fmla="*/ 0 w 5045141"/>
              <a:gd name="connsiteY4" fmla="*/ 6858000 h 6858000"/>
              <a:gd name="connsiteX5" fmla="*/ 11575 w 5045141"/>
              <a:gd name="connsiteY5" fmla="*/ 0 h 6858000"/>
              <a:gd name="connsiteX0" fmla="*/ 787182 w 5045141"/>
              <a:gd name="connsiteY0" fmla="*/ 4989 h 6854825"/>
              <a:gd name="connsiteX1" fmla="*/ 2360148 w 5045141"/>
              <a:gd name="connsiteY1" fmla="*/ 0 h 6854825"/>
              <a:gd name="connsiteX2" fmla="*/ 5045141 w 5045141"/>
              <a:gd name="connsiteY2" fmla="*/ 1430360 h 6854825"/>
              <a:gd name="connsiteX3" fmla="*/ 3834958 w 5045141"/>
              <a:gd name="connsiteY3" fmla="*/ 6854825 h 6854825"/>
              <a:gd name="connsiteX4" fmla="*/ 0 w 5045141"/>
              <a:gd name="connsiteY4" fmla="*/ 6854825 h 6854825"/>
              <a:gd name="connsiteX5" fmla="*/ 787182 w 5045141"/>
              <a:gd name="connsiteY5" fmla="*/ 4989 h 6854825"/>
              <a:gd name="connsiteX0" fmla="*/ 41 w 4258000"/>
              <a:gd name="connsiteY0" fmla="*/ 4989 h 6854825"/>
              <a:gd name="connsiteX1" fmla="*/ 1573007 w 4258000"/>
              <a:gd name="connsiteY1" fmla="*/ 0 h 6854825"/>
              <a:gd name="connsiteX2" fmla="*/ 4258000 w 4258000"/>
              <a:gd name="connsiteY2" fmla="*/ 1430360 h 6854825"/>
              <a:gd name="connsiteX3" fmla="*/ 3047817 w 4258000"/>
              <a:gd name="connsiteY3" fmla="*/ 6854825 h 6854825"/>
              <a:gd name="connsiteX4" fmla="*/ 266052 w 4258000"/>
              <a:gd name="connsiteY4" fmla="*/ 6854825 h 6854825"/>
              <a:gd name="connsiteX5" fmla="*/ 41 w 4258000"/>
              <a:gd name="connsiteY5" fmla="*/ 4989 h 6854825"/>
              <a:gd name="connsiteX0" fmla="*/ 21 w 4257980"/>
              <a:gd name="connsiteY0" fmla="*/ 4989 h 6862990"/>
              <a:gd name="connsiteX1" fmla="*/ 1572987 w 4257980"/>
              <a:gd name="connsiteY1" fmla="*/ 0 h 6862990"/>
              <a:gd name="connsiteX2" fmla="*/ 4257980 w 4257980"/>
              <a:gd name="connsiteY2" fmla="*/ 1430360 h 6862990"/>
              <a:gd name="connsiteX3" fmla="*/ 3047797 w 4257980"/>
              <a:gd name="connsiteY3" fmla="*/ 6854825 h 6862990"/>
              <a:gd name="connsiteX4" fmla="*/ 535453 w 4257980"/>
              <a:gd name="connsiteY4" fmla="*/ 6862990 h 6862990"/>
              <a:gd name="connsiteX5" fmla="*/ 21 w 4257980"/>
              <a:gd name="connsiteY5" fmla="*/ 4989 h 6862990"/>
              <a:gd name="connsiteX0" fmla="*/ 39 w 4257998"/>
              <a:gd name="connsiteY0" fmla="*/ 4989 h 6871155"/>
              <a:gd name="connsiteX1" fmla="*/ 1573005 w 4257998"/>
              <a:gd name="connsiteY1" fmla="*/ 0 h 6871155"/>
              <a:gd name="connsiteX2" fmla="*/ 4257998 w 4257998"/>
              <a:gd name="connsiteY2" fmla="*/ 1430360 h 6871155"/>
              <a:gd name="connsiteX3" fmla="*/ 3047815 w 4257998"/>
              <a:gd name="connsiteY3" fmla="*/ 6854825 h 6871155"/>
              <a:gd name="connsiteX4" fmla="*/ 274214 w 4257998"/>
              <a:gd name="connsiteY4" fmla="*/ 6871155 h 6871155"/>
              <a:gd name="connsiteX5" fmla="*/ 39 w 4257998"/>
              <a:gd name="connsiteY5" fmla="*/ 4989 h 6871155"/>
              <a:gd name="connsiteX0" fmla="*/ 484 w 3997186"/>
              <a:gd name="connsiteY0" fmla="*/ 0 h 6890659"/>
              <a:gd name="connsiteX1" fmla="*/ 1312193 w 3997186"/>
              <a:gd name="connsiteY1" fmla="*/ 19504 h 6890659"/>
              <a:gd name="connsiteX2" fmla="*/ 3997186 w 3997186"/>
              <a:gd name="connsiteY2" fmla="*/ 1449864 h 6890659"/>
              <a:gd name="connsiteX3" fmla="*/ 2787003 w 3997186"/>
              <a:gd name="connsiteY3" fmla="*/ 6874329 h 6890659"/>
              <a:gd name="connsiteX4" fmla="*/ 13402 w 3997186"/>
              <a:gd name="connsiteY4" fmla="*/ 6890659 h 6890659"/>
              <a:gd name="connsiteX5" fmla="*/ 484 w 3997186"/>
              <a:gd name="connsiteY5" fmla="*/ 0 h 6890659"/>
              <a:gd name="connsiteX0" fmla="*/ 223846 w 3983784"/>
              <a:gd name="connsiteY0" fmla="*/ 0 h 6874330"/>
              <a:gd name="connsiteX1" fmla="*/ 1298791 w 3983784"/>
              <a:gd name="connsiteY1" fmla="*/ 3175 h 6874330"/>
              <a:gd name="connsiteX2" fmla="*/ 3983784 w 3983784"/>
              <a:gd name="connsiteY2" fmla="*/ 1433535 h 6874330"/>
              <a:gd name="connsiteX3" fmla="*/ 2773601 w 3983784"/>
              <a:gd name="connsiteY3" fmla="*/ 6858000 h 6874330"/>
              <a:gd name="connsiteX4" fmla="*/ 0 w 3983784"/>
              <a:gd name="connsiteY4" fmla="*/ 6874330 h 6874330"/>
              <a:gd name="connsiteX5" fmla="*/ 223846 w 3983784"/>
              <a:gd name="connsiteY5" fmla="*/ 0 h 6874330"/>
              <a:gd name="connsiteX0" fmla="*/ 3411 w 3983784"/>
              <a:gd name="connsiteY0" fmla="*/ 0 h 6874330"/>
              <a:gd name="connsiteX1" fmla="*/ 1298791 w 3983784"/>
              <a:gd name="connsiteY1" fmla="*/ 3175 h 6874330"/>
              <a:gd name="connsiteX2" fmla="*/ 3983784 w 3983784"/>
              <a:gd name="connsiteY2" fmla="*/ 1433535 h 6874330"/>
              <a:gd name="connsiteX3" fmla="*/ 2773601 w 3983784"/>
              <a:gd name="connsiteY3" fmla="*/ 6858000 h 6874330"/>
              <a:gd name="connsiteX4" fmla="*/ 0 w 3983784"/>
              <a:gd name="connsiteY4" fmla="*/ 6874330 h 6874330"/>
              <a:gd name="connsiteX5" fmla="*/ 3411 w 3983784"/>
              <a:gd name="connsiteY5" fmla="*/ 0 h 68743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983784" h="6874330">
                <a:moveTo>
                  <a:pt x="3411" y="0"/>
                </a:moveTo>
                <a:lnTo>
                  <a:pt x="1298791" y="3175"/>
                </a:lnTo>
                <a:cubicBezTo>
                  <a:pt x="2555739" y="568862"/>
                  <a:pt x="3726961" y="1261548"/>
                  <a:pt x="3983784" y="1433535"/>
                </a:cubicBezTo>
                <a:lnTo>
                  <a:pt x="2773601" y="6858000"/>
                </a:lnTo>
                <a:lnTo>
                  <a:pt x="0" y="6874330"/>
                </a:lnTo>
                <a:cubicBezTo>
                  <a:pt x="3858" y="4588330"/>
                  <a:pt x="-447" y="2286000"/>
                  <a:pt x="3411" y="0"/>
                </a:cubicBez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/>
          <a:lstStyle>
            <a:lvl1pPr marL="228600" marR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icon below to add picture</a:t>
            </a:r>
          </a:p>
        </p:txBody>
      </p:sp>
      <p:sp>
        <p:nvSpPr>
          <p:cNvPr id="9" name="Freeform 8"/>
          <p:cNvSpPr/>
          <p:nvPr userDrawn="1"/>
        </p:nvSpPr>
        <p:spPr>
          <a:xfrm flipH="1">
            <a:off x="5171712" y="1440816"/>
            <a:ext cx="1219532" cy="5429884"/>
          </a:xfrm>
          <a:custGeom>
            <a:avLst/>
            <a:gdLst>
              <a:gd name="connsiteX0" fmla="*/ 1219502 w 1219532"/>
              <a:gd name="connsiteY0" fmla="*/ 0 h 5429884"/>
              <a:gd name="connsiteX1" fmla="*/ 1219532 w 1219532"/>
              <a:gd name="connsiteY1" fmla="*/ 30 h 5429884"/>
              <a:gd name="connsiteX2" fmla="*/ 617437 w 1219532"/>
              <a:gd name="connsiteY2" fmla="*/ 5429884 h 5429884"/>
              <a:gd name="connsiteX3" fmla="*/ 0 w 1219532"/>
              <a:gd name="connsiteY3" fmla="*/ 5428857 h 5429884"/>
              <a:gd name="connsiteX4" fmla="*/ 0 w 1219532"/>
              <a:gd name="connsiteY4" fmla="*/ 5423534 h 5429884"/>
              <a:gd name="connsiteX5" fmla="*/ 9526 w 1219532"/>
              <a:gd name="connsiteY5" fmla="*/ 5423534 h 54298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532" h="5429884">
                <a:moveTo>
                  <a:pt x="1219502" y="0"/>
                </a:moveTo>
                <a:lnTo>
                  <a:pt x="1219532" y="30"/>
                </a:lnTo>
                <a:lnTo>
                  <a:pt x="617437" y="5429884"/>
                </a:lnTo>
                <a:lnTo>
                  <a:pt x="0" y="5428857"/>
                </a:lnTo>
                <a:lnTo>
                  <a:pt x="0" y="5423534"/>
                </a:lnTo>
                <a:lnTo>
                  <a:pt x="9526" y="5423534"/>
                </a:lnTo>
                <a:close/>
              </a:path>
            </a:pathLst>
          </a:custGeom>
          <a:solidFill>
            <a:srgbClr val="8B7A3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 Placeholder 12"/>
          <p:cNvSpPr>
            <a:spLocks noGrp="1"/>
          </p:cNvSpPr>
          <p:nvPr>
            <p:ph type="body" sz="quarter" idx="11" hasCustomPrompt="1"/>
          </p:nvPr>
        </p:nvSpPr>
        <p:spPr>
          <a:xfrm>
            <a:off x="697237" y="2681288"/>
            <a:ext cx="4389114" cy="59372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3200" b="1" i="0" spc="-100" baseline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pPr lvl="0"/>
            <a:r>
              <a:rPr lang="en-US" dirty="0"/>
              <a:t>Headline goes here</a:t>
            </a:r>
          </a:p>
        </p:txBody>
      </p:sp>
      <p:sp>
        <p:nvSpPr>
          <p:cNvPr id="12" name="Text Placeholder 12"/>
          <p:cNvSpPr>
            <a:spLocks noGrp="1"/>
          </p:cNvSpPr>
          <p:nvPr>
            <p:ph type="body" sz="quarter" idx="12" hasCustomPrompt="1"/>
          </p:nvPr>
        </p:nvSpPr>
        <p:spPr>
          <a:xfrm>
            <a:off x="697236" y="3184482"/>
            <a:ext cx="4389115" cy="59372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2000" b="0" i="0" spc="-50" baseline="0">
                <a:solidFill>
                  <a:srgbClr val="BAA360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pPr lvl="0"/>
            <a:r>
              <a:rPr lang="en-US" dirty="0"/>
              <a:t>Sub headline goes here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3" hasCustomPrompt="1"/>
          </p:nvPr>
        </p:nvSpPr>
        <p:spPr>
          <a:xfrm>
            <a:off x="697236" y="4769643"/>
            <a:ext cx="4573573" cy="59372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 b="0" i="0" spc="-30" baseline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pPr lvl="0"/>
            <a:r>
              <a:rPr lang="en-US" dirty="0"/>
              <a:t>Further contact information</a:t>
            </a:r>
          </a:p>
          <a:p>
            <a:pPr lvl="0"/>
            <a:r>
              <a:rPr lang="en-US" dirty="0"/>
              <a:t>Time and Date etc.</a:t>
            </a:r>
          </a:p>
        </p:txBody>
      </p:sp>
      <p:pic>
        <p:nvPicPr>
          <p:cNvPr id="14" name="Picture 1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7236" y="381460"/>
            <a:ext cx="1344797" cy="743147"/>
          </a:xfrm>
          <a:prstGeom prst="rect">
            <a:avLst/>
          </a:prstGeom>
        </p:spPr>
      </p:pic>
      <p:pic>
        <p:nvPicPr>
          <p:cNvPr id="17" name="Picture 16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7234" y="6242208"/>
            <a:ext cx="997114" cy="1521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23935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with image left 1">
    <p:bg>
      <p:bgPr>
        <a:solidFill>
          <a:srgbClr val="3D00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2"/>
          <p:cNvSpPr>
            <a:spLocks noGrp="1"/>
          </p:cNvSpPr>
          <p:nvPr>
            <p:ph type="body" sz="quarter" idx="11" hasCustomPrompt="1"/>
          </p:nvPr>
        </p:nvSpPr>
        <p:spPr>
          <a:xfrm>
            <a:off x="4336549" y="2681288"/>
            <a:ext cx="4299306" cy="59372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3200" b="1" i="0" spc="-100" baseline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pPr lvl="0"/>
            <a:r>
              <a:rPr lang="en-US" dirty="0"/>
              <a:t>Headline goes here</a:t>
            </a:r>
          </a:p>
        </p:txBody>
      </p:sp>
      <p:sp>
        <p:nvSpPr>
          <p:cNvPr id="12" name="Text Placeholder 12"/>
          <p:cNvSpPr>
            <a:spLocks noGrp="1"/>
          </p:cNvSpPr>
          <p:nvPr>
            <p:ph type="body" sz="quarter" idx="12" hasCustomPrompt="1"/>
          </p:nvPr>
        </p:nvSpPr>
        <p:spPr>
          <a:xfrm>
            <a:off x="4336548" y="3175429"/>
            <a:ext cx="4299307" cy="59372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2000" b="0" i="0" spc="-50" baseline="0">
                <a:solidFill>
                  <a:srgbClr val="BAA360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pPr lvl="0"/>
            <a:r>
              <a:rPr lang="en-US" dirty="0"/>
              <a:t>Sub headline goes here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3" hasCustomPrompt="1"/>
          </p:nvPr>
        </p:nvSpPr>
        <p:spPr>
          <a:xfrm>
            <a:off x="4336549" y="4769643"/>
            <a:ext cx="4389114" cy="59372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 b="0" i="0" spc="-30" baseline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pPr lvl="0"/>
            <a:r>
              <a:rPr lang="en-US" dirty="0"/>
              <a:t>Further contact information</a:t>
            </a:r>
          </a:p>
          <a:p>
            <a:pPr lvl="0"/>
            <a:r>
              <a:rPr lang="en-US" dirty="0"/>
              <a:t>Time and Date etc.</a:t>
            </a:r>
          </a:p>
        </p:txBody>
      </p:sp>
      <p:pic>
        <p:nvPicPr>
          <p:cNvPr id="14" name="Picture 1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54068" y="381460"/>
            <a:ext cx="1344797" cy="743147"/>
          </a:xfrm>
          <a:prstGeom prst="rect">
            <a:avLst/>
          </a:prstGeom>
        </p:spPr>
      </p:pic>
      <p:sp>
        <p:nvSpPr>
          <p:cNvPr id="15" name="TextBox 14"/>
          <p:cNvSpPr txBox="1">
            <a:spLocks/>
          </p:cNvSpPr>
          <p:nvPr userDrawn="1"/>
        </p:nvSpPr>
        <p:spPr>
          <a:xfrm>
            <a:off x="2808483" y="3824449"/>
            <a:ext cx="940694" cy="3042696"/>
          </a:xfrm>
          <a:custGeom>
            <a:avLst/>
            <a:gdLst>
              <a:gd name="connsiteX0" fmla="*/ 940694 w 940694"/>
              <a:gd name="connsiteY0" fmla="*/ 0 h 3042696"/>
              <a:gd name="connsiteX1" fmla="*/ 930863 w 940694"/>
              <a:gd name="connsiteY1" fmla="*/ 293732 h 3042696"/>
              <a:gd name="connsiteX2" fmla="*/ 684107 w 940694"/>
              <a:gd name="connsiteY2" fmla="*/ 2408921 h 3042696"/>
              <a:gd name="connsiteX3" fmla="*/ 577814 w 940694"/>
              <a:gd name="connsiteY3" fmla="*/ 2974932 h 3042696"/>
              <a:gd name="connsiteX4" fmla="*/ 565088 w 940694"/>
              <a:gd name="connsiteY4" fmla="*/ 3042696 h 3042696"/>
              <a:gd name="connsiteX5" fmla="*/ 0 w 940694"/>
              <a:gd name="connsiteY5" fmla="*/ 3042696 h 3042696"/>
              <a:gd name="connsiteX6" fmla="*/ 0 w 940694"/>
              <a:gd name="connsiteY6" fmla="*/ 3042695 h 3042696"/>
              <a:gd name="connsiteX7" fmla="*/ 8357 w 940694"/>
              <a:gd name="connsiteY7" fmla="*/ 3042695 h 3042696"/>
              <a:gd name="connsiteX8" fmla="*/ 38235 w 940694"/>
              <a:gd name="connsiteY8" fmla="*/ 2964086 h 3042696"/>
              <a:gd name="connsiteX9" fmla="*/ 242843 w 940694"/>
              <a:gd name="connsiteY9" fmla="*/ 2425753 h 3042696"/>
              <a:gd name="connsiteX10" fmla="*/ 928311 w 940694"/>
              <a:gd name="connsiteY10" fmla="*/ 65588 h 30426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40694" h="3042696">
                <a:moveTo>
                  <a:pt x="940694" y="0"/>
                </a:moveTo>
                <a:lnTo>
                  <a:pt x="930863" y="293732"/>
                </a:lnTo>
                <a:cubicBezTo>
                  <a:pt x="896378" y="1051293"/>
                  <a:pt x="802043" y="1741153"/>
                  <a:pt x="684107" y="2408921"/>
                </a:cubicBezTo>
                <a:lnTo>
                  <a:pt x="577814" y="2974932"/>
                </a:lnTo>
                <a:lnTo>
                  <a:pt x="565088" y="3042696"/>
                </a:lnTo>
                <a:lnTo>
                  <a:pt x="0" y="3042696"/>
                </a:lnTo>
                <a:lnTo>
                  <a:pt x="0" y="3042695"/>
                </a:lnTo>
                <a:lnTo>
                  <a:pt x="8357" y="3042695"/>
                </a:lnTo>
                <a:lnTo>
                  <a:pt x="38235" y="2964086"/>
                </a:lnTo>
                <a:lnTo>
                  <a:pt x="242843" y="2425753"/>
                </a:lnTo>
                <a:cubicBezTo>
                  <a:pt x="510320" y="1698400"/>
                  <a:pt x="752553" y="937203"/>
                  <a:pt x="928311" y="65588"/>
                </a:cubicBezTo>
                <a:close/>
              </a:path>
            </a:pathLst>
          </a:custGeom>
          <a:solidFill>
            <a:srgbClr val="8B7A39"/>
          </a:solidFill>
        </p:spPr>
        <p:txBody>
          <a:bodyPr vert="horz" wrap="square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16" name="TextBox 15"/>
          <p:cNvSpPr txBox="1">
            <a:spLocks/>
          </p:cNvSpPr>
          <p:nvPr userDrawn="1"/>
        </p:nvSpPr>
        <p:spPr>
          <a:xfrm>
            <a:off x="3547606" y="820638"/>
            <a:ext cx="475808" cy="3003811"/>
          </a:xfrm>
          <a:custGeom>
            <a:avLst/>
            <a:gdLst>
              <a:gd name="connsiteX0" fmla="*/ 0 w 515930"/>
              <a:gd name="connsiteY0" fmla="*/ 0 h 3006986"/>
              <a:gd name="connsiteX1" fmla="*/ 40122 w 515930"/>
              <a:gd name="connsiteY1" fmla="*/ 3291 h 3006986"/>
              <a:gd name="connsiteX2" fmla="*/ 515930 w 515930"/>
              <a:gd name="connsiteY2" fmla="*/ 49906 h 3006986"/>
              <a:gd name="connsiteX3" fmla="*/ 292022 w 515930"/>
              <a:gd name="connsiteY3" fmla="*/ 2740393 h 3006986"/>
              <a:gd name="connsiteX4" fmla="*/ 241692 w 515930"/>
              <a:gd name="connsiteY4" fmla="*/ 3006986 h 3006986"/>
              <a:gd name="connsiteX5" fmla="*/ 242870 w 515930"/>
              <a:gd name="connsiteY5" fmla="*/ 2971771 h 3006986"/>
              <a:gd name="connsiteX6" fmla="*/ 61475 w 515930"/>
              <a:gd name="connsiteY6" fmla="*/ 369997 h 3006986"/>
              <a:gd name="connsiteX7" fmla="*/ 0 w 515930"/>
              <a:gd name="connsiteY7" fmla="*/ 0 h 3006986"/>
              <a:gd name="connsiteX0" fmla="*/ 1153 w 475808"/>
              <a:gd name="connsiteY0" fmla="*/ 0 h 3003811"/>
              <a:gd name="connsiteX1" fmla="*/ 0 w 475808"/>
              <a:gd name="connsiteY1" fmla="*/ 116 h 3003811"/>
              <a:gd name="connsiteX2" fmla="*/ 475808 w 475808"/>
              <a:gd name="connsiteY2" fmla="*/ 46731 h 3003811"/>
              <a:gd name="connsiteX3" fmla="*/ 251900 w 475808"/>
              <a:gd name="connsiteY3" fmla="*/ 2737218 h 3003811"/>
              <a:gd name="connsiteX4" fmla="*/ 201570 w 475808"/>
              <a:gd name="connsiteY4" fmla="*/ 3003811 h 3003811"/>
              <a:gd name="connsiteX5" fmla="*/ 202748 w 475808"/>
              <a:gd name="connsiteY5" fmla="*/ 2968596 h 3003811"/>
              <a:gd name="connsiteX6" fmla="*/ 21353 w 475808"/>
              <a:gd name="connsiteY6" fmla="*/ 366822 h 3003811"/>
              <a:gd name="connsiteX7" fmla="*/ 1153 w 475808"/>
              <a:gd name="connsiteY7" fmla="*/ 0 h 3003811"/>
              <a:gd name="connsiteX0" fmla="*/ 1153 w 475808"/>
              <a:gd name="connsiteY0" fmla="*/ 0 h 3003811"/>
              <a:gd name="connsiteX1" fmla="*/ 0 w 475808"/>
              <a:gd name="connsiteY1" fmla="*/ 116 h 3003811"/>
              <a:gd name="connsiteX2" fmla="*/ 475808 w 475808"/>
              <a:gd name="connsiteY2" fmla="*/ 46731 h 3003811"/>
              <a:gd name="connsiteX3" fmla="*/ 251900 w 475808"/>
              <a:gd name="connsiteY3" fmla="*/ 2737218 h 3003811"/>
              <a:gd name="connsiteX4" fmla="*/ 201570 w 475808"/>
              <a:gd name="connsiteY4" fmla="*/ 3003811 h 3003811"/>
              <a:gd name="connsiteX5" fmla="*/ 202748 w 475808"/>
              <a:gd name="connsiteY5" fmla="*/ 2968596 h 3003811"/>
              <a:gd name="connsiteX6" fmla="*/ 43578 w 475808"/>
              <a:gd name="connsiteY6" fmla="*/ 369997 h 3003811"/>
              <a:gd name="connsiteX7" fmla="*/ 1153 w 475808"/>
              <a:gd name="connsiteY7" fmla="*/ 0 h 3003811"/>
              <a:gd name="connsiteX0" fmla="*/ 1153 w 475808"/>
              <a:gd name="connsiteY0" fmla="*/ 0 h 3003811"/>
              <a:gd name="connsiteX1" fmla="*/ 0 w 475808"/>
              <a:gd name="connsiteY1" fmla="*/ 116 h 3003811"/>
              <a:gd name="connsiteX2" fmla="*/ 475808 w 475808"/>
              <a:gd name="connsiteY2" fmla="*/ 46731 h 3003811"/>
              <a:gd name="connsiteX3" fmla="*/ 251900 w 475808"/>
              <a:gd name="connsiteY3" fmla="*/ 2737218 h 3003811"/>
              <a:gd name="connsiteX4" fmla="*/ 201570 w 475808"/>
              <a:gd name="connsiteY4" fmla="*/ 3003811 h 3003811"/>
              <a:gd name="connsiteX5" fmla="*/ 202748 w 475808"/>
              <a:gd name="connsiteY5" fmla="*/ 2968596 h 3003811"/>
              <a:gd name="connsiteX6" fmla="*/ 43578 w 475808"/>
              <a:gd name="connsiteY6" fmla="*/ 369997 h 3003811"/>
              <a:gd name="connsiteX7" fmla="*/ 1153 w 475808"/>
              <a:gd name="connsiteY7" fmla="*/ 0 h 3003811"/>
              <a:gd name="connsiteX0" fmla="*/ 1153 w 475808"/>
              <a:gd name="connsiteY0" fmla="*/ 0 h 3003811"/>
              <a:gd name="connsiteX1" fmla="*/ 0 w 475808"/>
              <a:gd name="connsiteY1" fmla="*/ 116 h 3003811"/>
              <a:gd name="connsiteX2" fmla="*/ 475808 w 475808"/>
              <a:gd name="connsiteY2" fmla="*/ 46731 h 3003811"/>
              <a:gd name="connsiteX3" fmla="*/ 251900 w 475808"/>
              <a:gd name="connsiteY3" fmla="*/ 2737218 h 3003811"/>
              <a:gd name="connsiteX4" fmla="*/ 201570 w 475808"/>
              <a:gd name="connsiteY4" fmla="*/ 3003811 h 3003811"/>
              <a:gd name="connsiteX5" fmla="*/ 202748 w 475808"/>
              <a:gd name="connsiteY5" fmla="*/ 2968596 h 3003811"/>
              <a:gd name="connsiteX6" fmla="*/ 43578 w 475808"/>
              <a:gd name="connsiteY6" fmla="*/ 369997 h 3003811"/>
              <a:gd name="connsiteX7" fmla="*/ 1153 w 475808"/>
              <a:gd name="connsiteY7" fmla="*/ 0 h 30038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75808" h="3003811">
                <a:moveTo>
                  <a:pt x="1153" y="0"/>
                </a:moveTo>
                <a:lnTo>
                  <a:pt x="0" y="116"/>
                </a:lnTo>
                <a:lnTo>
                  <a:pt x="475808" y="46731"/>
                </a:lnTo>
                <a:cubicBezTo>
                  <a:pt x="474427" y="1069625"/>
                  <a:pt x="390584" y="1949355"/>
                  <a:pt x="251900" y="2737218"/>
                </a:cubicBezTo>
                <a:lnTo>
                  <a:pt x="201570" y="3003811"/>
                </a:lnTo>
                <a:cubicBezTo>
                  <a:pt x="201963" y="2992073"/>
                  <a:pt x="202355" y="2980334"/>
                  <a:pt x="202748" y="2968596"/>
                </a:cubicBezTo>
                <a:cubicBezTo>
                  <a:pt x="238444" y="2139960"/>
                  <a:pt x="151962" y="1345056"/>
                  <a:pt x="43578" y="369997"/>
                </a:cubicBezTo>
                <a:lnTo>
                  <a:pt x="1153" y="0"/>
                </a:lnTo>
                <a:close/>
              </a:path>
            </a:pathLst>
          </a:custGeom>
          <a:solidFill>
            <a:srgbClr val="BAA360"/>
          </a:solidFill>
        </p:spPr>
        <p:txBody>
          <a:bodyPr vert="horz" wrap="square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sp>
        <p:nvSpPr>
          <p:cNvPr id="21" name="Picture Placeholder 3"/>
          <p:cNvSpPr>
            <a:spLocks noGrp="1"/>
          </p:cNvSpPr>
          <p:nvPr>
            <p:ph type="pic" sz="quarter" idx="16" hasCustomPrompt="1"/>
          </p:nvPr>
        </p:nvSpPr>
        <p:spPr>
          <a:xfrm>
            <a:off x="-11555" y="677722"/>
            <a:ext cx="3778706" cy="6189423"/>
          </a:xfrm>
          <a:custGeom>
            <a:avLst/>
            <a:gdLst>
              <a:gd name="connsiteX0" fmla="*/ 0 w 5462588"/>
              <a:gd name="connsiteY0" fmla="*/ 0 h 6049962"/>
              <a:gd name="connsiteX1" fmla="*/ 4552138 w 5462588"/>
              <a:gd name="connsiteY1" fmla="*/ 0 h 6049962"/>
              <a:gd name="connsiteX2" fmla="*/ 5462588 w 5462588"/>
              <a:gd name="connsiteY2" fmla="*/ 910450 h 6049962"/>
              <a:gd name="connsiteX3" fmla="*/ 5462588 w 5462588"/>
              <a:gd name="connsiteY3" fmla="*/ 6049962 h 6049962"/>
              <a:gd name="connsiteX4" fmla="*/ 0 w 5462588"/>
              <a:gd name="connsiteY4" fmla="*/ 6049962 h 6049962"/>
              <a:gd name="connsiteX5" fmla="*/ 0 w 5462588"/>
              <a:gd name="connsiteY5" fmla="*/ 0 h 6049962"/>
              <a:gd name="connsiteX0" fmla="*/ 0 w 5503709"/>
              <a:gd name="connsiteY0" fmla="*/ 0 h 6049962"/>
              <a:gd name="connsiteX1" fmla="*/ 5503709 w 5503709"/>
              <a:gd name="connsiteY1" fmla="*/ 7434 h 6049962"/>
              <a:gd name="connsiteX2" fmla="*/ 5462588 w 5503709"/>
              <a:gd name="connsiteY2" fmla="*/ 910450 h 6049962"/>
              <a:gd name="connsiteX3" fmla="*/ 5462588 w 5503709"/>
              <a:gd name="connsiteY3" fmla="*/ 6049962 h 6049962"/>
              <a:gd name="connsiteX4" fmla="*/ 0 w 5503709"/>
              <a:gd name="connsiteY4" fmla="*/ 6049962 h 6049962"/>
              <a:gd name="connsiteX5" fmla="*/ 0 w 5503709"/>
              <a:gd name="connsiteY5" fmla="*/ 0 h 6049962"/>
              <a:gd name="connsiteX0" fmla="*/ 0 w 5503709"/>
              <a:gd name="connsiteY0" fmla="*/ 104097 h 6154059"/>
              <a:gd name="connsiteX1" fmla="*/ 5503709 w 5503709"/>
              <a:gd name="connsiteY1" fmla="*/ 111531 h 6154059"/>
              <a:gd name="connsiteX2" fmla="*/ 5462588 w 5503709"/>
              <a:gd name="connsiteY2" fmla="*/ 1014547 h 6154059"/>
              <a:gd name="connsiteX3" fmla="*/ 5462588 w 5503709"/>
              <a:gd name="connsiteY3" fmla="*/ 6154059 h 6154059"/>
              <a:gd name="connsiteX4" fmla="*/ 0 w 5503709"/>
              <a:gd name="connsiteY4" fmla="*/ 6154059 h 6154059"/>
              <a:gd name="connsiteX5" fmla="*/ 0 w 5503709"/>
              <a:gd name="connsiteY5" fmla="*/ 104097 h 6154059"/>
              <a:gd name="connsiteX0" fmla="*/ 0 w 5503709"/>
              <a:gd name="connsiteY0" fmla="*/ 143333 h 6193295"/>
              <a:gd name="connsiteX1" fmla="*/ 5503709 w 5503709"/>
              <a:gd name="connsiteY1" fmla="*/ 150767 h 6193295"/>
              <a:gd name="connsiteX2" fmla="*/ 5462588 w 5503709"/>
              <a:gd name="connsiteY2" fmla="*/ 1053783 h 6193295"/>
              <a:gd name="connsiteX3" fmla="*/ 5462588 w 5503709"/>
              <a:gd name="connsiteY3" fmla="*/ 6193295 h 6193295"/>
              <a:gd name="connsiteX4" fmla="*/ 0 w 5503709"/>
              <a:gd name="connsiteY4" fmla="*/ 6193295 h 6193295"/>
              <a:gd name="connsiteX5" fmla="*/ 0 w 5503709"/>
              <a:gd name="connsiteY5" fmla="*/ 143333 h 6193295"/>
              <a:gd name="connsiteX0" fmla="*/ 0 w 5503709"/>
              <a:gd name="connsiteY0" fmla="*/ 143333 h 6193295"/>
              <a:gd name="connsiteX1" fmla="*/ 5503709 w 5503709"/>
              <a:gd name="connsiteY1" fmla="*/ 150767 h 6193295"/>
              <a:gd name="connsiteX2" fmla="*/ 5462588 w 5503709"/>
              <a:gd name="connsiteY2" fmla="*/ 1053783 h 6193295"/>
              <a:gd name="connsiteX3" fmla="*/ 4786080 w 5503709"/>
              <a:gd name="connsiteY3" fmla="*/ 6193295 h 6193295"/>
              <a:gd name="connsiteX4" fmla="*/ 0 w 5503709"/>
              <a:gd name="connsiteY4" fmla="*/ 6193295 h 6193295"/>
              <a:gd name="connsiteX5" fmla="*/ 0 w 5503709"/>
              <a:gd name="connsiteY5" fmla="*/ 143333 h 6193295"/>
              <a:gd name="connsiteX0" fmla="*/ 0 w 5693046"/>
              <a:gd name="connsiteY0" fmla="*/ 143333 h 6193295"/>
              <a:gd name="connsiteX1" fmla="*/ 5503709 w 5693046"/>
              <a:gd name="connsiteY1" fmla="*/ 150767 h 6193295"/>
              <a:gd name="connsiteX2" fmla="*/ 5693046 w 5693046"/>
              <a:gd name="connsiteY2" fmla="*/ 3179949 h 6193295"/>
              <a:gd name="connsiteX3" fmla="*/ 4786080 w 5693046"/>
              <a:gd name="connsiteY3" fmla="*/ 6193295 h 6193295"/>
              <a:gd name="connsiteX4" fmla="*/ 0 w 5693046"/>
              <a:gd name="connsiteY4" fmla="*/ 6193295 h 6193295"/>
              <a:gd name="connsiteX5" fmla="*/ 0 w 5693046"/>
              <a:gd name="connsiteY5" fmla="*/ 143333 h 6193295"/>
              <a:gd name="connsiteX0" fmla="*/ 0 w 5705796"/>
              <a:gd name="connsiteY0" fmla="*/ 143333 h 6193295"/>
              <a:gd name="connsiteX1" fmla="*/ 5503709 w 5705796"/>
              <a:gd name="connsiteY1" fmla="*/ 150767 h 6193295"/>
              <a:gd name="connsiteX2" fmla="*/ 5693046 w 5705796"/>
              <a:gd name="connsiteY2" fmla="*/ 3179949 h 6193295"/>
              <a:gd name="connsiteX3" fmla="*/ 4786080 w 5705796"/>
              <a:gd name="connsiteY3" fmla="*/ 6193295 h 6193295"/>
              <a:gd name="connsiteX4" fmla="*/ 0 w 5705796"/>
              <a:gd name="connsiteY4" fmla="*/ 6193295 h 6193295"/>
              <a:gd name="connsiteX5" fmla="*/ 0 w 5705796"/>
              <a:gd name="connsiteY5" fmla="*/ 143333 h 6193295"/>
              <a:gd name="connsiteX0" fmla="*/ 0 w 5708471"/>
              <a:gd name="connsiteY0" fmla="*/ 143333 h 6193295"/>
              <a:gd name="connsiteX1" fmla="*/ 5503709 w 5708471"/>
              <a:gd name="connsiteY1" fmla="*/ 150767 h 6193295"/>
              <a:gd name="connsiteX2" fmla="*/ 5693046 w 5708471"/>
              <a:gd name="connsiteY2" fmla="*/ 3179949 h 6193295"/>
              <a:gd name="connsiteX3" fmla="*/ 4786080 w 5708471"/>
              <a:gd name="connsiteY3" fmla="*/ 6193295 h 6193295"/>
              <a:gd name="connsiteX4" fmla="*/ 0 w 5708471"/>
              <a:gd name="connsiteY4" fmla="*/ 6193295 h 6193295"/>
              <a:gd name="connsiteX5" fmla="*/ 0 w 5708471"/>
              <a:gd name="connsiteY5" fmla="*/ 143333 h 6193295"/>
              <a:gd name="connsiteX0" fmla="*/ 0 w 5708471"/>
              <a:gd name="connsiteY0" fmla="*/ 143333 h 6193295"/>
              <a:gd name="connsiteX1" fmla="*/ 5503709 w 5708471"/>
              <a:gd name="connsiteY1" fmla="*/ 150767 h 6193295"/>
              <a:gd name="connsiteX2" fmla="*/ 5693046 w 5708471"/>
              <a:gd name="connsiteY2" fmla="*/ 3179949 h 6193295"/>
              <a:gd name="connsiteX3" fmla="*/ 4786080 w 5708471"/>
              <a:gd name="connsiteY3" fmla="*/ 6193295 h 6193295"/>
              <a:gd name="connsiteX4" fmla="*/ 0 w 5708471"/>
              <a:gd name="connsiteY4" fmla="*/ 6193295 h 6193295"/>
              <a:gd name="connsiteX5" fmla="*/ 0 w 5708471"/>
              <a:gd name="connsiteY5" fmla="*/ 143333 h 6193295"/>
              <a:gd name="connsiteX0" fmla="*/ 0 w 5708471"/>
              <a:gd name="connsiteY0" fmla="*/ 143333 h 6193295"/>
              <a:gd name="connsiteX1" fmla="*/ 5503709 w 5708471"/>
              <a:gd name="connsiteY1" fmla="*/ 150767 h 6193295"/>
              <a:gd name="connsiteX2" fmla="*/ 5693046 w 5708471"/>
              <a:gd name="connsiteY2" fmla="*/ 3179949 h 6193295"/>
              <a:gd name="connsiteX3" fmla="*/ 4786080 w 5708471"/>
              <a:gd name="connsiteY3" fmla="*/ 6193295 h 6193295"/>
              <a:gd name="connsiteX4" fmla="*/ 0 w 5708471"/>
              <a:gd name="connsiteY4" fmla="*/ 6193295 h 6193295"/>
              <a:gd name="connsiteX5" fmla="*/ 0 w 5708471"/>
              <a:gd name="connsiteY5" fmla="*/ 143333 h 6193295"/>
              <a:gd name="connsiteX0" fmla="*/ 0 w 5708471"/>
              <a:gd name="connsiteY0" fmla="*/ 143333 h 6193295"/>
              <a:gd name="connsiteX1" fmla="*/ 5503709 w 5708471"/>
              <a:gd name="connsiteY1" fmla="*/ 150767 h 6193295"/>
              <a:gd name="connsiteX2" fmla="*/ 5693046 w 5708471"/>
              <a:gd name="connsiteY2" fmla="*/ 3179949 h 6193295"/>
              <a:gd name="connsiteX3" fmla="*/ 4786080 w 5708471"/>
              <a:gd name="connsiteY3" fmla="*/ 6193295 h 6193295"/>
              <a:gd name="connsiteX4" fmla="*/ 0 w 5708471"/>
              <a:gd name="connsiteY4" fmla="*/ 6193295 h 6193295"/>
              <a:gd name="connsiteX5" fmla="*/ 0 w 5708471"/>
              <a:gd name="connsiteY5" fmla="*/ 143333 h 6193295"/>
              <a:gd name="connsiteX0" fmla="*/ 1920240 w 5708471"/>
              <a:gd name="connsiteY0" fmla="*/ 80600 h 6267722"/>
              <a:gd name="connsiteX1" fmla="*/ 5503709 w 5708471"/>
              <a:gd name="connsiteY1" fmla="*/ 225194 h 6267722"/>
              <a:gd name="connsiteX2" fmla="*/ 5693046 w 5708471"/>
              <a:gd name="connsiteY2" fmla="*/ 3254376 h 6267722"/>
              <a:gd name="connsiteX3" fmla="*/ 4786080 w 5708471"/>
              <a:gd name="connsiteY3" fmla="*/ 6267722 h 6267722"/>
              <a:gd name="connsiteX4" fmla="*/ 0 w 5708471"/>
              <a:gd name="connsiteY4" fmla="*/ 6267722 h 6267722"/>
              <a:gd name="connsiteX5" fmla="*/ 1920240 w 5708471"/>
              <a:gd name="connsiteY5" fmla="*/ 80600 h 6267722"/>
              <a:gd name="connsiteX0" fmla="*/ 0 w 3788231"/>
              <a:gd name="connsiteY0" fmla="*/ 80600 h 6322586"/>
              <a:gd name="connsiteX1" fmla="*/ 3583469 w 3788231"/>
              <a:gd name="connsiteY1" fmla="*/ 225194 h 6322586"/>
              <a:gd name="connsiteX2" fmla="*/ 3772806 w 3788231"/>
              <a:gd name="connsiteY2" fmla="*/ 3254376 h 6322586"/>
              <a:gd name="connsiteX3" fmla="*/ 2865840 w 3788231"/>
              <a:gd name="connsiteY3" fmla="*/ 6267722 h 6322586"/>
              <a:gd name="connsiteX4" fmla="*/ 91440 w 3788231"/>
              <a:gd name="connsiteY4" fmla="*/ 6322586 h 6322586"/>
              <a:gd name="connsiteX5" fmla="*/ 0 w 3788231"/>
              <a:gd name="connsiteY5" fmla="*/ 80600 h 6322586"/>
              <a:gd name="connsiteX0" fmla="*/ 0 w 3788231"/>
              <a:gd name="connsiteY0" fmla="*/ 80600 h 6286010"/>
              <a:gd name="connsiteX1" fmla="*/ 3583469 w 3788231"/>
              <a:gd name="connsiteY1" fmla="*/ 225194 h 6286010"/>
              <a:gd name="connsiteX2" fmla="*/ 3772806 w 3788231"/>
              <a:gd name="connsiteY2" fmla="*/ 3254376 h 6286010"/>
              <a:gd name="connsiteX3" fmla="*/ 2865840 w 3788231"/>
              <a:gd name="connsiteY3" fmla="*/ 6267722 h 6286010"/>
              <a:gd name="connsiteX4" fmla="*/ 0 w 3788231"/>
              <a:gd name="connsiteY4" fmla="*/ 6286010 h 6286010"/>
              <a:gd name="connsiteX5" fmla="*/ 0 w 3788231"/>
              <a:gd name="connsiteY5" fmla="*/ 80600 h 6286010"/>
              <a:gd name="connsiteX0" fmla="*/ 28575 w 3788231"/>
              <a:gd name="connsiteY0" fmla="*/ 81647 h 6283882"/>
              <a:gd name="connsiteX1" fmla="*/ 3583469 w 3788231"/>
              <a:gd name="connsiteY1" fmla="*/ 223066 h 6283882"/>
              <a:gd name="connsiteX2" fmla="*/ 3772806 w 3788231"/>
              <a:gd name="connsiteY2" fmla="*/ 3252248 h 6283882"/>
              <a:gd name="connsiteX3" fmla="*/ 2865840 w 3788231"/>
              <a:gd name="connsiteY3" fmla="*/ 6265594 h 6283882"/>
              <a:gd name="connsiteX4" fmla="*/ 0 w 3788231"/>
              <a:gd name="connsiteY4" fmla="*/ 6283882 h 6283882"/>
              <a:gd name="connsiteX5" fmla="*/ 28575 w 3788231"/>
              <a:gd name="connsiteY5" fmla="*/ 81647 h 6283882"/>
              <a:gd name="connsiteX0" fmla="*/ 41275 w 3800931"/>
              <a:gd name="connsiteY0" fmla="*/ 81647 h 6274357"/>
              <a:gd name="connsiteX1" fmla="*/ 3596169 w 3800931"/>
              <a:gd name="connsiteY1" fmla="*/ 223066 h 6274357"/>
              <a:gd name="connsiteX2" fmla="*/ 3785506 w 3800931"/>
              <a:gd name="connsiteY2" fmla="*/ 3252248 h 6274357"/>
              <a:gd name="connsiteX3" fmla="*/ 2878540 w 3800931"/>
              <a:gd name="connsiteY3" fmla="*/ 6265594 h 6274357"/>
              <a:gd name="connsiteX4" fmla="*/ 0 w 3800931"/>
              <a:gd name="connsiteY4" fmla="*/ 6274357 h 6274357"/>
              <a:gd name="connsiteX5" fmla="*/ 41275 w 3800931"/>
              <a:gd name="connsiteY5" fmla="*/ 81647 h 6274357"/>
              <a:gd name="connsiteX0" fmla="*/ 31750 w 3791406"/>
              <a:gd name="connsiteY0" fmla="*/ 81647 h 6277532"/>
              <a:gd name="connsiteX1" fmla="*/ 3586644 w 3791406"/>
              <a:gd name="connsiteY1" fmla="*/ 223066 h 6277532"/>
              <a:gd name="connsiteX2" fmla="*/ 3775981 w 3791406"/>
              <a:gd name="connsiteY2" fmla="*/ 3252248 h 6277532"/>
              <a:gd name="connsiteX3" fmla="*/ 2869015 w 3791406"/>
              <a:gd name="connsiteY3" fmla="*/ 6265594 h 6277532"/>
              <a:gd name="connsiteX4" fmla="*/ 0 w 3791406"/>
              <a:gd name="connsiteY4" fmla="*/ 6277532 h 6277532"/>
              <a:gd name="connsiteX5" fmla="*/ 31750 w 3791406"/>
              <a:gd name="connsiteY5" fmla="*/ 81647 h 6277532"/>
              <a:gd name="connsiteX0" fmla="*/ 31750 w 3791406"/>
              <a:gd name="connsiteY0" fmla="*/ 35321 h 6231206"/>
              <a:gd name="connsiteX1" fmla="*/ 3586644 w 3791406"/>
              <a:gd name="connsiteY1" fmla="*/ 176740 h 6231206"/>
              <a:gd name="connsiteX2" fmla="*/ 3775981 w 3791406"/>
              <a:gd name="connsiteY2" fmla="*/ 3205922 h 6231206"/>
              <a:gd name="connsiteX3" fmla="*/ 2869015 w 3791406"/>
              <a:gd name="connsiteY3" fmla="*/ 6219268 h 6231206"/>
              <a:gd name="connsiteX4" fmla="*/ 0 w 3791406"/>
              <a:gd name="connsiteY4" fmla="*/ 6231206 h 6231206"/>
              <a:gd name="connsiteX5" fmla="*/ 31750 w 3791406"/>
              <a:gd name="connsiteY5" fmla="*/ 35321 h 6231206"/>
              <a:gd name="connsiteX0" fmla="*/ 31750 w 3791406"/>
              <a:gd name="connsiteY0" fmla="*/ 19801 h 6215686"/>
              <a:gd name="connsiteX1" fmla="*/ 3586644 w 3791406"/>
              <a:gd name="connsiteY1" fmla="*/ 161220 h 6215686"/>
              <a:gd name="connsiteX2" fmla="*/ 3775981 w 3791406"/>
              <a:gd name="connsiteY2" fmla="*/ 3190402 h 6215686"/>
              <a:gd name="connsiteX3" fmla="*/ 2869015 w 3791406"/>
              <a:gd name="connsiteY3" fmla="*/ 6203748 h 6215686"/>
              <a:gd name="connsiteX4" fmla="*/ 0 w 3791406"/>
              <a:gd name="connsiteY4" fmla="*/ 6215686 h 6215686"/>
              <a:gd name="connsiteX5" fmla="*/ 31750 w 3791406"/>
              <a:gd name="connsiteY5" fmla="*/ 19801 h 6215686"/>
              <a:gd name="connsiteX0" fmla="*/ 31750 w 3791406"/>
              <a:gd name="connsiteY0" fmla="*/ 9351 h 6205236"/>
              <a:gd name="connsiteX1" fmla="*/ 3586644 w 3791406"/>
              <a:gd name="connsiteY1" fmla="*/ 150770 h 6205236"/>
              <a:gd name="connsiteX2" fmla="*/ 3775981 w 3791406"/>
              <a:gd name="connsiteY2" fmla="*/ 3179952 h 6205236"/>
              <a:gd name="connsiteX3" fmla="*/ 2869015 w 3791406"/>
              <a:gd name="connsiteY3" fmla="*/ 6193298 h 6205236"/>
              <a:gd name="connsiteX4" fmla="*/ 0 w 3791406"/>
              <a:gd name="connsiteY4" fmla="*/ 6205236 h 6205236"/>
              <a:gd name="connsiteX5" fmla="*/ 31750 w 3791406"/>
              <a:gd name="connsiteY5" fmla="*/ 9351 h 6205236"/>
              <a:gd name="connsiteX0" fmla="*/ 15875 w 3791406"/>
              <a:gd name="connsiteY0" fmla="*/ 11826 h 6201361"/>
              <a:gd name="connsiteX1" fmla="*/ 3586644 w 3791406"/>
              <a:gd name="connsiteY1" fmla="*/ 146895 h 6201361"/>
              <a:gd name="connsiteX2" fmla="*/ 3775981 w 3791406"/>
              <a:gd name="connsiteY2" fmla="*/ 3176077 h 6201361"/>
              <a:gd name="connsiteX3" fmla="*/ 2869015 w 3791406"/>
              <a:gd name="connsiteY3" fmla="*/ 6189423 h 6201361"/>
              <a:gd name="connsiteX4" fmla="*/ 0 w 3791406"/>
              <a:gd name="connsiteY4" fmla="*/ 6201361 h 6201361"/>
              <a:gd name="connsiteX5" fmla="*/ 15875 w 3791406"/>
              <a:gd name="connsiteY5" fmla="*/ 11826 h 6201361"/>
              <a:gd name="connsiteX0" fmla="*/ 22225 w 3797756"/>
              <a:gd name="connsiteY0" fmla="*/ 11826 h 6198186"/>
              <a:gd name="connsiteX1" fmla="*/ 3592994 w 3797756"/>
              <a:gd name="connsiteY1" fmla="*/ 146895 h 6198186"/>
              <a:gd name="connsiteX2" fmla="*/ 3782331 w 3797756"/>
              <a:gd name="connsiteY2" fmla="*/ 3176077 h 6198186"/>
              <a:gd name="connsiteX3" fmla="*/ 2875365 w 3797756"/>
              <a:gd name="connsiteY3" fmla="*/ 6189423 h 6198186"/>
              <a:gd name="connsiteX4" fmla="*/ 0 w 3797756"/>
              <a:gd name="connsiteY4" fmla="*/ 6198186 h 6198186"/>
              <a:gd name="connsiteX5" fmla="*/ 22225 w 3797756"/>
              <a:gd name="connsiteY5" fmla="*/ 11826 h 6198186"/>
              <a:gd name="connsiteX0" fmla="*/ 271 w 3775802"/>
              <a:gd name="connsiteY0" fmla="*/ 11826 h 6195011"/>
              <a:gd name="connsiteX1" fmla="*/ 3571040 w 3775802"/>
              <a:gd name="connsiteY1" fmla="*/ 146895 h 6195011"/>
              <a:gd name="connsiteX2" fmla="*/ 3760377 w 3775802"/>
              <a:gd name="connsiteY2" fmla="*/ 3176077 h 6195011"/>
              <a:gd name="connsiteX3" fmla="*/ 2853411 w 3775802"/>
              <a:gd name="connsiteY3" fmla="*/ 6189423 h 6195011"/>
              <a:gd name="connsiteX4" fmla="*/ 63771 w 3775802"/>
              <a:gd name="connsiteY4" fmla="*/ 6195011 h 6195011"/>
              <a:gd name="connsiteX5" fmla="*/ 271 w 3775802"/>
              <a:gd name="connsiteY5" fmla="*/ 11826 h 6195011"/>
              <a:gd name="connsiteX0" fmla="*/ 3175 w 3778706"/>
              <a:gd name="connsiteY0" fmla="*/ 11826 h 6189423"/>
              <a:gd name="connsiteX1" fmla="*/ 3573944 w 3778706"/>
              <a:gd name="connsiteY1" fmla="*/ 146895 h 6189423"/>
              <a:gd name="connsiteX2" fmla="*/ 3763281 w 3778706"/>
              <a:gd name="connsiteY2" fmla="*/ 3176077 h 6189423"/>
              <a:gd name="connsiteX3" fmla="*/ 2856315 w 3778706"/>
              <a:gd name="connsiteY3" fmla="*/ 6189423 h 6189423"/>
              <a:gd name="connsiteX4" fmla="*/ 0 w 3778706"/>
              <a:gd name="connsiteY4" fmla="*/ 6188661 h 6189423"/>
              <a:gd name="connsiteX5" fmla="*/ 3175 w 3778706"/>
              <a:gd name="connsiteY5" fmla="*/ 11826 h 61894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778706" h="6189423">
                <a:moveTo>
                  <a:pt x="3175" y="11826"/>
                </a:moveTo>
                <a:cubicBezTo>
                  <a:pt x="490152" y="19105"/>
                  <a:pt x="977762" y="-69160"/>
                  <a:pt x="3573944" y="146895"/>
                </a:cubicBezTo>
                <a:cubicBezTo>
                  <a:pt x="3681661" y="1164056"/>
                  <a:pt x="3826549" y="2114311"/>
                  <a:pt x="3763281" y="3176077"/>
                </a:cubicBezTo>
                <a:cubicBezTo>
                  <a:pt x="3557603" y="4210263"/>
                  <a:pt x="3232979" y="5214711"/>
                  <a:pt x="2856315" y="6189423"/>
                </a:cubicBezTo>
                <a:lnTo>
                  <a:pt x="0" y="6188661"/>
                </a:lnTo>
                <a:cubicBezTo>
                  <a:pt x="5292" y="4125483"/>
                  <a:pt x="-2117" y="2075004"/>
                  <a:pt x="3175" y="11826"/>
                </a:cubicBez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/>
          <a:lstStyle>
            <a:lvl1pPr marL="228600" marR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icon below to add picture</a:t>
            </a:r>
          </a:p>
        </p:txBody>
      </p:sp>
      <p:pic>
        <p:nvPicPr>
          <p:cNvPr id="26" name="Picture 25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40303" y="6242208"/>
            <a:ext cx="997114" cy="1521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33569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with image right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7"/>
          <p:cNvSpPr/>
          <p:nvPr userDrawn="1"/>
        </p:nvSpPr>
        <p:spPr>
          <a:xfrm flipH="1">
            <a:off x="5156679" y="-3176"/>
            <a:ext cx="2708729" cy="1440827"/>
          </a:xfrm>
          <a:custGeom>
            <a:avLst/>
            <a:gdLst>
              <a:gd name="connsiteX0" fmla="*/ 0 w 2661104"/>
              <a:gd name="connsiteY0" fmla="*/ 0 h 1418602"/>
              <a:gd name="connsiteX1" fmla="*/ 833275 w 2661104"/>
              <a:gd name="connsiteY1" fmla="*/ 0 h 1418602"/>
              <a:gd name="connsiteX2" fmla="*/ 2450968 w 2661104"/>
              <a:gd name="connsiteY2" fmla="*/ 1212297 h 1418602"/>
              <a:gd name="connsiteX3" fmla="*/ 2661104 w 2661104"/>
              <a:gd name="connsiteY3" fmla="*/ 1418602 h 1418602"/>
              <a:gd name="connsiteX4" fmla="*/ 2605866 w 2661104"/>
              <a:gd name="connsiteY4" fmla="*/ 1382644 h 1418602"/>
              <a:gd name="connsiteX5" fmla="*/ 445260 w 2661104"/>
              <a:gd name="connsiteY5" fmla="*/ 207296 h 1418602"/>
              <a:gd name="connsiteX6" fmla="*/ 0 w 2661104"/>
              <a:gd name="connsiteY6" fmla="*/ 0 h 1418602"/>
              <a:gd name="connsiteX0" fmla="*/ 0 w 2661104"/>
              <a:gd name="connsiteY0" fmla="*/ 22225 h 1440827"/>
              <a:gd name="connsiteX1" fmla="*/ 823750 w 2661104"/>
              <a:gd name="connsiteY1" fmla="*/ 0 h 1440827"/>
              <a:gd name="connsiteX2" fmla="*/ 2450968 w 2661104"/>
              <a:gd name="connsiteY2" fmla="*/ 1234522 h 1440827"/>
              <a:gd name="connsiteX3" fmla="*/ 2661104 w 2661104"/>
              <a:gd name="connsiteY3" fmla="*/ 1440827 h 1440827"/>
              <a:gd name="connsiteX4" fmla="*/ 2605866 w 2661104"/>
              <a:gd name="connsiteY4" fmla="*/ 1404869 h 1440827"/>
              <a:gd name="connsiteX5" fmla="*/ 445260 w 2661104"/>
              <a:gd name="connsiteY5" fmla="*/ 229521 h 1440827"/>
              <a:gd name="connsiteX6" fmla="*/ 0 w 2661104"/>
              <a:gd name="connsiteY6" fmla="*/ 22225 h 1440827"/>
              <a:gd name="connsiteX0" fmla="*/ 0 w 2692854"/>
              <a:gd name="connsiteY0" fmla="*/ 3175 h 1440827"/>
              <a:gd name="connsiteX1" fmla="*/ 855500 w 2692854"/>
              <a:gd name="connsiteY1" fmla="*/ 0 h 1440827"/>
              <a:gd name="connsiteX2" fmla="*/ 2482718 w 2692854"/>
              <a:gd name="connsiteY2" fmla="*/ 1234522 h 1440827"/>
              <a:gd name="connsiteX3" fmla="*/ 2692854 w 2692854"/>
              <a:gd name="connsiteY3" fmla="*/ 1440827 h 1440827"/>
              <a:gd name="connsiteX4" fmla="*/ 2637616 w 2692854"/>
              <a:gd name="connsiteY4" fmla="*/ 1404869 h 1440827"/>
              <a:gd name="connsiteX5" fmla="*/ 477010 w 2692854"/>
              <a:gd name="connsiteY5" fmla="*/ 229521 h 1440827"/>
              <a:gd name="connsiteX6" fmla="*/ 0 w 2692854"/>
              <a:gd name="connsiteY6" fmla="*/ 3175 h 1440827"/>
              <a:gd name="connsiteX0" fmla="*/ 0 w 2692854"/>
              <a:gd name="connsiteY0" fmla="*/ 6350 h 1440827"/>
              <a:gd name="connsiteX1" fmla="*/ 855500 w 2692854"/>
              <a:gd name="connsiteY1" fmla="*/ 0 h 1440827"/>
              <a:gd name="connsiteX2" fmla="*/ 2482718 w 2692854"/>
              <a:gd name="connsiteY2" fmla="*/ 1234522 h 1440827"/>
              <a:gd name="connsiteX3" fmla="*/ 2692854 w 2692854"/>
              <a:gd name="connsiteY3" fmla="*/ 1440827 h 1440827"/>
              <a:gd name="connsiteX4" fmla="*/ 2637616 w 2692854"/>
              <a:gd name="connsiteY4" fmla="*/ 1404869 h 1440827"/>
              <a:gd name="connsiteX5" fmla="*/ 477010 w 2692854"/>
              <a:gd name="connsiteY5" fmla="*/ 229521 h 1440827"/>
              <a:gd name="connsiteX6" fmla="*/ 0 w 2692854"/>
              <a:gd name="connsiteY6" fmla="*/ 6350 h 1440827"/>
              <a:gd name="connsiteX0" fmla="*/ 0 w 2696029"/>
              <a:gd name="connsiteY0" fmla="*/ 0 h 1440827"/>
              <a:gd name="connsiteX1" fmla="*/ 858675 w 2696029"/>
              <a:gd name="connsiteY1" fmla="*/ 0 h 1440827"/>
              <a:gd name="connsiteX2" fmla="*/ 2485893 w 2696029"/>
              <a:gd name="connsiteY2" fmla="*/ 1234522 h 1440827"/>
              <a:gd name="connsiteX3" fmla="*/ 2696029 w 2696029"/>
              <a:gd name="connsiteY3" fmla="*/ 1440827 h 1440827"/>
              <a:gd name="connsiteX4" fmla="*/ 2640791 w 2696029"/>
              <a:gd name="connsiteY4" fmla="*/ 1404869 h 1440827"/>
              <a:gd name="connsiteX5" fmla="*/ 480185 w 2696029"/>
              <a:gd name="connsiteY5" fmla="*/ 229521 h 1440827"/>
              <a:gd name="connsiteX6" fmla="*/ 0 w 2696029"/>
              <a:gd name="connsiteY6" fmla="*/ 0 h 1440827"/>
              <a:gd name="connsiteX0" fmla="*/ 0 w 2708729"/>
              <a:gd name="connsiteY0" fmla="*/ 0 h 1440827"/>
              <a:gd name="connsiteX1" fmla="*/ 871375 w 2708729"/>
              <a:gd name="connsiteY1" fmla="*/ 0 h 1440827"/>
              <a:gd name="connsiteX2" fmla="*/ 2498593 w 2708729"/>
              <a:gd name="connsiteY2" fmla="*/ 1234522 h 1440827"/>
              <a:gd name="connsiteX3" fmla="*/ 2708729 w 2708729"/>
              <a:gd name="connsiteY3" fmla="*/ 1440827 h 1440827"/>
              <a:gd name="connsiteX4" fmla="*/ 2653491 w 2708729"/>
              <a:gd name="connsiteY4" fmla="*/ 1404869 h 1440827"/>
              <a:gd name="connsiteX5" fmla="*/ 492885 w 2708729"/>
              <a:gd name="connsiteY5" fmla="*/ 229521 h 1440827"/>
              <a:gd name="connsiteX6" fmla="*/ 0 w 2708729"/>
              <a:gd name="connsiteY6" fmla="*/ 0 h 14408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708729" h="1440827">
                <a:moveTo>
                  <a:pt x="0" y="0"/>
                </a:moveTo>
                <a:lnTo>
                  <a:pt x="871375" y="0"/>
                </a:lnTo>
                <a:cubicBezTo>
                  <a:pt x="1347100" y="320234"/>
                  <a:pt x="1983063" y="755066"/>
                  <a:pt x="2498593" y="1234522"/>
                </a:cubicBezTo>
                <a:lnTo>
                  <a:pt x="2708729" y="1440827"/>
                </a:lnTo>
                <a:lnTo>
                  <a:pt x="2653491" y="1404869"/>
                </a:lnTo>
                <a:cubicBezTo>
                  <a:pt x="2354584" y="1214301"/>
                  <a:pt x="1486222" y="706715"/>
                  <a:pt x="492885" y="229521"/>
                </a:cubicBezTo>
                <a:lnTo>
                  <a:pt x="0" y="0"/>
                </a:lnTo>
                <a:close/>
              </a:path>
            </a:pathLst>
          </a:custGeom>
          <a:solidFill>
            <a:srgbClr val="BAA3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Freeform 8"/>
          <p:cNvSpPr/>
          <p:nvPr userDrawn="1"/>
        </p:nvSpPr>
        <p:spPr>
          <a:xfrm flipH="1">
            <a:off x="5171712" y="1440816"/>
            <a:ext cx="1219532" cy="5429884"/>
          </a:xfrm>
          <a:custGeom>
            <a:avLst/>
            <a:gdLst>
              <a:gd name="connsiteX0" fmla="*/ 1219502 w 1219532"/>
              <a:gd name="connsiteY0" fmla="*/ 0 h 5429884"/>
              <a:gd name="connsiteX1" fmla="*/ 1219532 w 1219532"/>
              <a:gd name="connsiteY1" fmla="*/ 30 h 5429884"/>
              <a:gd name="connsiteX2" fmla="*/ 617437 w 1219532"/>
              <a:gd name="connsiteY2" fmla="*/ 5429884 h 5429884"/>
              <a:gd name="connsiteX3" fmla="*/ 0 w 1219532"/>
              <a:gd name="connsiteY3" fmla="*/ 5428857 h 5429884"/>
              <a:gd name="connsiteX4" fmla="*/ 0 w 1219532"/>
              <a:gd name="connsiteY4" fmla="*/ 5423534 h 5429884"/>
              <a:gd name="connsiteX5" fmla="*/ 9526 w 1219532"/>
              <a:gd name="connsiteY5" fmla="*/ 5423534 h 54298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532" h="5429884">
                <a:moveTo>
                  <a:pt x="1219502" y="0"/>
                </a:moveTo>
                <a:lnTo>
                  <a:pt x="1219532" y="30"/>
                </a:lnTo>
                <a:lnTo>
                  <a:pt x="617437" y="5429884"/>
                </a:lnTo>
                <a:lnTo>
                  <a:pt x="0" y="5428857"/>
                </a:lnTo>
                <a:lnTo>
                  <a:pt x="0" y="5423534"/>
                </a:lnTo>
                <a:lnTo>
                  <a:pt x="9526" y="5423534"/>
                </a:lnTo>
                <a:close/>
              </a:path>
            </a:pathLst>
          </a:custGeom>
          <a:solidFill>
            <a:srgbClr val="8B7A3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 Placeholder 12"/>
          <p:cNvSpPr>
            <a:spLocks noGrp="1"/>
          </p:cNvSpPr>
          <p:nvPr>
            <p:ph type="body" sz="quarter" idx="11" hasCustomPrompt="1"/>
          </p:nvPr>
        </p:nvSpPr>
        <p:spPr>
          <a:xfrm>
            <a:off x="697237" y="2681288"/>
            <a:ext cx="4389114" cy="59372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3200" b="1" i="0" spc="-100" baseline="0">
                <a:solidFill>
                  <a:srgbClr val="3D0029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pPr lvl="0"/>
            <a:r>
              <a:rPr lang="en-US" dirty="0"/>
              <a:t>Headline goes here</a:t>
            </a:r>
          </a:p>
        </p:txBody>
      </p:sp>
      <p:sp>
        <p:nvSpPr>
          <p:cNvPr id="12" name="Text Placeholder 12"/>
          <p:cNvSpPr>
            <a:spLocks noGrp="1"/>
          </p:cNvSpPr>
          <p:nvPr>
            <p:ph type="body" sz="quarter" idx="12" hasCustomPrompt="1"/>
          </p:nvPr>
        </p:nvSpPr>
        <p:spPr>
          <a:xfrm>
            <a:off x="697236" y="3184482"/>
            <a:ext cx="4389115" cy="59372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2000" b="0" i="0" spc="-50" baseline="0">
                <a:solidFill>
                  <a:srgbClr val="BAA360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pPr lvl="0"/>
            <a:r>
              <a:rPr lang="en-US" dirty="0"/>
              <a:t>Sub headline goes here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3" hasCustomPrompt="1"/>
          </p:nvPr>
        </p:nvSpPr>
        <p:spPr>
          <a:xfrm>
            <a:off x="697236" y="4769643"/>
            <a:ext cx="4573573" cy="59372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 b="0" i="0" spc="-30"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pPr lvl="0"/>
            <a:r>
              <a:rPr lang="en-US" dirty="0"/>
              <a:t>Further contact information</a:t>
            </a:r>
          </a:p>
          <a:p>
            <a:pPr lvl="0"/>
            <a:r>
              <a:rPr lang="en-US" dirty="0"/>
              <a:t>Time and Date etc.</a:t>
            </a:r>
          </a:p>
        </p:txBody>
      </p:sp>
      <p:pic>
        <p:nvPicPr>
          <p:cNvPr id="17" name="Picture 1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7234" y="6242208"/>
            <a:ext cx="997114" cy="152170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7233" y="381459"/>
            <a:ext cx="1344795" cy="743147"/>
          </a:xfrm>
          <a:prstGeom prst="rect">
            <a:avLst/>
          </a:prstGeom>
        </p:spPr>
      </p:pic>
      <p:sp>
        <p:nvSpPr>
          <p:cNvPr id="7" name="Picture Placeholder 12"/>
          <p:cNvSpPr>
            <a:spLocks noGrp="1"/>
          </p:cNvSpPr>
          <p:nvPr>
            <p:ph type="pic" sz="quarter" idx="14" hasCustomPrompt="1"/>
          </p:nvPr>
        </p:nvSpPr>
        <p:spPr>
          <a:xfrm flipH="1">
            <a:off x="5164299" y="2"/>
            <a:ext cx="3983784" cy="6874330"/>
          </a:xfrm>
          <a:custGeom>
            <a:avLst/>
            <a:gdLst>
              <a:gd name="connsiteX0" fmla="*/ 0 w 3209925"/>
              <a:gd name="connsiteY0" fmla="*/ 0 h 6858000"/>
              <a:gd name="connsiteX1" fmla="*/ 1760515 w 3209925"/>
              <a:gd name="connsiteY1" fmla="*/ 0 h 6858000"/>
              <a:gd name="connsiteX2" fmla="*/ 3209925 w 3209925"/>
              <a:gd name="connsiteY2" fmla="*/ 1449410 h 6858000"/>
              <a:gd name="connsiteX3" fmla="*/ 3209925 w 3209925"/>
              <a:gd name="connsiteY3" fmla="*/ 6858000 h 6858000"/>
              <a:gd name="connsiteX4" fmla="*/ 0 w 3209925"/>
              <a:gd name="connsiteY4" fmla="*/ 6858000 h 6858000"/>
              <a:gd name="connsiteX5" fmla="*/ 0 w 3209925"/>
              <a:gd name="connsiteY5" fmla="*/ 0 h 6858000"/>
              <a:gd name="connsiteX0" fmla="*/ 0 w 4416933"/>
              <a:gd name="connsiteY0" fmla="*/ 0 h 6858000"/>
              <a:gd name="connsiteX1" fmla="*/ 1760515 w 4416933"/>
              <a:gd name="connsiteY1" fmla="*/ 0 h 6858000"/>
              <a:gd name="connsiteX2" fmla="*/ 4416933 w 4416933"/>
              <a:gd name="connsiteY2" fmla="*/ 1449410 h 6858000"/>
              <a:gd name="connsiteX3" fmla="*/ 3209925 w 4416933"/>
              <a:gd name="connsiteY3" fmla="*/ 6858000 h 6858000"/>
              <a:gd name="connsiteX4" fmla="*/ 0 w 4416933"/>
              <a:gd name="connsiteY4" fmla="*/ 6858000 h 6858000"/>
              <a:gd name="connsiteX5" fmla="*/ 0 w 4416933"/>
              <a:gd name="connsiteY5" fmla="*/ 0 h 6858000"/>
              <a:gd name="connsiteX0" fmla="*/ 0 w 4420108"/>
              <a:gd name="connsiteY0" fmla="*/ 0 h 6858000"/>
              <a:gd name="connsiteX1" fmla="*/ 1760515 w 4420108"/>
              <a:gd name="connsiteY1" fmla="*/ 0 h 6858000"/>
              <a:gd name="connsiteX2" fmla="*/ 4420108 w 4420108"/>
              <a:gd name="connsiteY2" fmla="*/ 1433535 h 6858000"/>
              <a:gd name="connsiteX3" fmla="*/ 3209925 w 4420108"/>
              <a:gd name="connsiteY3" fmla="*/ 6858000 h 6858000"/>
              <a:gd name="connsiteX4" fmla="*/ 0 w 4420108"/>
              <a:gd name="connsiteY4" fmla="*/ 6858000 h 6858000"/>
              <a:gd name="connsiteX5" fmla="*/ 0 w 4420108"/>
              <a:gd name="connsiteY5" fmla="*/ 0 h 6858000"/>
              <a:gd name="connsiteX0" fmla="*/ 0 w 4420108"/>
              <a:gd name="connsiteY0" fmla="*/ 0 h 6858000"/>
              <a:gd name="connsiteX1" fmla="*/ 1735115 w 4420108"/>
              <a:gd name="connsiteY1" fmla="*/ 3175 h 6858000"/>
              <a:gd name="connsiteX2" fmla="*/ 4420108 w 4420108"/>
              <a:gd name="connsiteY2" fmla="*/ 1433535 h 6858000"/>
              <a:gd name="connsiteX3" fmla="*/ 3209925 w 4420108"/>
              <a:gd name="connsiteY3" fmla="*/ 6858000 h 6858000"/>
              <a:gd name="connsiteX4" fmla="*/ 0 w 4420108"/>
              <a:gd name="connsiteY4" fmla="*/ 6858000 h 6858000"/>
              <a:gd name="connsiteX5" fmla="*/ 0 w 4420108"/>
              <a:gd name="connsiteY5" fmla="*/ 0 h 6858000"/>
              <a:gd name="connsiteX0" fmla="*/ 0 w 4420108"/>
              <a:gd name="connsiteY0" fmla="*/ 0 h 6858000"/>
              <a:gd name="connsiteX1" fmla="*/ 1735115 w 4420108"/>
              <a:gd name="connsiteY1" fmla="*/ 3175 h 6858000"/>
              <a:gd name="connsiteX2" fmla="*/ 4420108 w 4420108"/>
              <a:gd name="connsiteY2" fmla="*/ 1433535 h 6858000"/>
              <a:gd name="connsiteX3" fmla="*/ 3209925 w 4420108"/>
              <a:gd name="connsiteY3" fmla="*/ 6858000 h 6858000"/>
              <a:gd name="connsiteX4" fmla="*/ 0 w 4420108"/>
              <a:gd name="connsiteY4" fmla="*/ 6858000 h 6858000"/>
              <a:gd name="connsiteX5" fmla="*/ 0 w 4420108"/>
              <a:gd name="connsiteY5" fmla="*/ 0 h 6858000"/>
              <a:gd name="connsiteX0" fmla="*/ 0 w 4420108"/>
              <a:gd name="connsiteY0" fmla="*/ 0 h 6858000"/>
              <a:gd name="connsiteX1" fmla="*/ 1735115 w 4420108"/>
              <a:gd name="connsiteY1" fmla="*/ 3175 h 6858000"/>
              <a:gd name="connsiteX2" fmla="*/ 4420108 w 4420108"/>
              <a:gd name="connsiteY2" fmla="*/ 1433535 h 6858000"/>
              <a:gd name="connsiteX3" fmla="*/ 3209925 w 4420108"/>
              <a:gd name="connsiteY3" fmla="*/ 6858000 h 6858000"/>
              <a:gd name="connsiteX4" fmla="*/ 0 w 4420108"/>
              <a:gd name="connsiteY4" fmla="*/ 6858000 h 6858000"/>
              <a:gd name="connsiteX5" fmla="*/ 0 w 4420108"/>
              <a:gd name="connsiteY5" fmla="*/ 0 h 6858000"/>
              <a:gd name="connsiteX0" fmla="*/ 0 w 4420108"/>
              <a:gd name="connsiteY0" fmla="*/ 0 h 6858000"/>
              <a:gd name="connsiteX1" fmla="*/ 1735115 w 4420108"/>
              <a:gd name="connsiteY1" fmla="*/ 3175 h 6858000"/>
              <a:gd name="connsiteX2" fmla="*/ 4420108 w 4420108"/>
              <a:gd name="connsiteY2" fmla="*/ 1433535 h 6858000"/>
              <a:gd name="connsiteX3" fmla="*/ 3209925 w 4420108"/>
              <a:gd name="connsiteY3" fmla="*/ 6858000 h 6858000"/>
              <a:gd name="connsiteX4" fmla="*/ 0 w 4420108"/>
              <a:gd name="connsiteY4" fmla="*/ 6858000 h 6858000"/>
              <a:gd name="connsiteX5" fmla="*/ 0 w 4420108"/>
              <a:gd name="connsiteY5" fmla="*/ 0 h 6858000"/>
              <a:gd name="connsiteX0" fmla="*/ 0 w 4420108"/>
              <a:gd name="connsiteY0" fmla="*/ 0 h 6858000"/>
              <a:gd name="connsiteX1" fmla="*/ 1735115 w 4420108"/>
              <a:gd name="connsiteY1" fmla="*/ 3175 h 6858000"/>
              <a:gd name="connsiteX2" fmla="*/ 4420108 w 4420108"/>
              <a:gd name="connsiteY2" fmla="*/ 1433535 h 6858000"/>
              <a:gd name="connsiteX3" fmla="*/ 3209925 w 4420108"/>
              <a:gd name="connsiteY3" fmla="*/ 6858000 h 6858000"/>
              <a:gd name="connsiteX4" fmla="*/ 0 w 4420108"/>
              <a:gd name="connsiteY4" fmla="*/ 6858000 h 6858000"/>
              <a:gd name="connsiteX5" fmla="*/ 0 w 4420108"/>
              <a:gd name="connsiteY5" fmla="*/ 0 h 6858000"/>
              <a:gd name="connsiteX0" fmla="*/ 625033 w 5045141"/>
              <a:gd name="connsiteY0" fmla="*/ 0 h 6858000"/>
              <a:gd name="connsiteX1" fmla="*/ 2360148 w 5045141"/>
              <a:gd name="connsiteY1" fmla="*/ 3175 h 6858000"/>
              <a:gd name="connsiteX2" fmla="*/ 5045141 w 5045141"/>
              <a:gd name="connsiteY2" fmla="*/ 1433535 h 6858000"/>
              <a:gd name="connsiteX3" fmla="*/ 3834958 w 5045141"/>
              <a:gd name="connsiteY3" fmla="*/ 6858000 h 6858000"/>
              <a:gd name="connsiteX4" fmla="*/ 0 w 5045141"/>
              <a:gd name="connsiteY4" fmla="*/ 6858000 h 6858000"/>
              <a:gd name="connsiteX5" fmla="*/ 625033 w 5045141"/>
              <a:gd name="connsiteY5" fmla="*/ 0 h 6858000"/>
              <a:gd name="connsiteX0" fmla="*/ 11575 w 5045141"/>
              <a:gd name="connsiteY0" fmla="*/ 0 h 6858000"/>
              <a:gd name="connsiteX1" fmla="*/ 2360148 w 5045141"/>
              <a:gd name="connsiteY1" fmla="*/ 3175 h 6858000"/>
              <a:gd name="connsiteX2" fmla="*/ 5045141 w 5045141"/>
              <a:gd name="connsiteY2" fmla="*/ 1433535 h 6858000"/>
              <a:gd name="connsiteX3" fmla="*/ 3834958 w 5045141"/>
              <a:gd name="connsiteY3" fmla="*/ 6858000 h 6858000"/>
              <a:gd name="connsiteX4" fmla="*/ 0 w 5045141"/>
              <a:gd name="connsiteY4" fmla="*/ 6858000 h 6858000"/>
              <a:gd name="connsiteX5" fmla="*/ 11575 w 5045141"/>
              <a:gd name="connsiteY5" fmla="*/ 0 h 6858000"/>
              <a:gd name="connsiteX0" fmla="*/ 787182 w 5045141"/>
              <a:gd name="connsiteY0" fmla="*/ 4989 h 6854825"/>
              <a:gd name="connsiteX1" fmla="*/ 2360148 w 5045141"/>
              <a:gd name="connsiteY1" fmla="*/ 0 h 6854825"/>
              <a:gd name="connsiteX2" fmla="*/ 5045141 w 5045141"/>
              <a:gd name="connsiteY2" fmla="*/ 1430360 h 6854825"/>
              <a:gd name="connsiteX3" fmla="*/ 3834958 w 5045141"/>
              <a:gd name="connsiteY3" fmla="*/ 6854825 h 6854825"/>
              <a:gd name="connsiteX4" fmla="*/ 0 w 5045141"/>
              <a:gd name="connsiteY4" fmla="*/ 6854825 h 6854825"/>
              <a:gd name="connsiteX5" fmla="*/ 787182 w 5045141"/>
              <a:gd name="connsiteY5" fmla="*/ 4989 h 6854825"/>
              <a:gd name="connsiteX0" fmla="*/ 41 w 4258000"/>
              <a:gd name="connsiteY0" fmla="*/ 4989 h 6854825"/>
              <a:gd name="connsiteX1" fmla="*/ 1573007 w 4258000"/>
              <a:gd name="connsiteY1" fmla="*/ 0 h 6854825"/>
              <a:gd name="connsiteX2" fmla="*/ 4258000 w 4258000"/>
              <a:gd name="connsiteY2" fmla="*/ 1430360 h 6854825"/>
              <a:gd name="connsiteX3" fmla="*/ 3047817 w 4258000"/>
              <a:gd name="connsiteY3" fmla="*/ 6854825 h 6854825"/>
              <a:gd name="connsiteX4" fmla="*/ 266052 w 4258000"/>
              <a:gd name="connsiteY4" fmla="*/ 6854825 h 6854825"/>
              <a:gd name="connsiteX5" fmla="*/ 41 w 4258000"/>
              <a:gd name="connsiteY5" fmla="*/ 4989 h 6854825"/>
              <a:gd name="connsiteX0" fmla="*/ 21 w 4257980"/>
              <a:gd name="connsiteY0" fmla="*/ 4989 h 6862990"/>
              <a:gd name="connsiteX1" fmla="*/ 1572987 w 4257980"/>
              <a:gd name="connsiteY1" fmla="*/ 0 h 6862990"/>
              <a:gd name="connsiteX2" fmla="*/ 4257980 w 4257980"/>
              <a:gd name="connsiteY2" fmla="*/ 1430360 h 6862990"/>
              <a:gd name="connsiteX3" fmla="*/ 3047797 w 4257980"/>
              <a:gd name="connsiteY3" fmla="*/ 6854825 h 6862990"/>
              <a:gd name="connsiteX4" fmla="*/ 535453 w 4257980"/>
              <a:gd name="connsiteY4" fmla="*/ 6862990 h 6862990"/>
              <a:gd name="connsiteX5" fmla="*/ 21 w 4257980"/>
              <a:gd name="connsiteY5" fmla="*/ 4989 h 6862990"/>
              <a:gd name="connsiteX0" fmla="*/ 39 w 4257998"/>
              <a:gd name="connsiteY0" fmla="*/ 4989 h 6871155"/>
              <a:gd name="connsiteX1" fmla="*/ 1573005 w 4257998"/>
              <a:gd name="connsiteY1" fmla="*/ 0 h 6871155"/>
              <a:gd name="connsiteX2" fmla="*/ 4257998 w 4257998"/>
              <a:gd name="connsiteY2" fmla="*/ 1430360 h 6871155"/>
              <a:gd name="connsiteX3" fmla="*/ 3047815 w 4257998"/>
              <a:gd name="connsiteY3" fmla="*/ 6854825 h 6871155"/>
              <a:gd name="connsiteX4" fmla="*/ 274214 w 4257998"/>
              <a:gd name="connsiteY4" fmla="*/ 6871155 h 6871155"/>
              <a:gd name="connsiteX5" fmla="*/ 39 w 4257998"/>
              <a:gd name="connsiteY5" fmla="*/ 4989 h 6871155"/>
              <a:gd name="connsiteX0" fmla="*/ 484 w 3997186"/>
              <a:gd name="connsiteY0" fmla="*/ 0 h 6890659"/>
              <a:gd name="connsiteX1" fmla="*/ 1312193 w 3997186"/>
              <a:gd name="connsiteY1" fmla="*/ 19504 h 6890659"/>
              <a:gd name="connsiteX2" fmla="*/ 3997186 w 3997186"/>
              <a:gd name="connsiteY2" fmla="*/ 1449864 h 6890659"/>
              <a:gd name="connsiteX3" fmla="*/ 2787003 w 3997186"/>
              <a:gd name="connsiteY3" fmla="*/ 6874329 h 6890659"/>
              <a:gd name="connsiteX4" fmla="*/ 13402 w 3997186"/>
              <a:gd name="connsiteY4" fmla="*/ 6890659 h 6890659"/>
              <a:gd name="connsiteX5" fmla="*/ 484 w 3997186"/>
              <a:gd name="connsiteY5" fmla="*/ 0 h 6890659"/>
              <a:gd name="connsiteX0" fmla="*/ 223846 w 3983784"/>
              <a:gd name="connsiteY0" fmla="*/ 0 h 6874330"/>
              <a:gd name="connsiteX1" fmla="*/ 1298791 w 3983784"/>
              <a:gd name="connsiteY1" fmla="*/ 3175 h 6874330"/>
              <a:gd name="connsiteX2" fmla="*/ 3983784 w 3983784"/>
              <a:gd name="connsiteY2" fmla="*/ 1433535 h 6874330"/>
              <a:gd name="connsiteX3" fmla="*/ 2773601 w 3983784"/>
              <a:gd name="connsiteY3" fmla="*/ 6858000 h 6874330"/>
              <a:gd name="connsiteX4" fmla="*/ 0 w 3983784"/>
              <a:gd name="connsiteY4" fmla="*/ 6874330 h 6874330"/>
              <a:gd name="connsiteX5" fmla="*/ 223846 w 3983784"/>
              <a:gd name="connsiteY5" fmla="*/ 0 h 6874330"/>
              <a:gd name="connsiteX0" fmla="*/ 3411 w 3983784"/>
              <a:gd name="connsiteY0" fmla="*/ 0 h 6874330"/>
              <a:gd name="connsiteX1" fmla="*/ 1298791 w 3983784"/>
              <a:gd name="connsiteY1" fmla="*/ 3175 h 6874330"/>
              <a:gd name="connsiteX2" fmla="*/ 3983784 w 3983784"/>
              <a:gd name="connsiteY2" fmla="*/ 1433535 h 6874330"/>
              <a:gd name="connsiteX3" fmla="*/ 2773601 w 3983784"/>
              <a:gd name="connsiteY3" fmla="*/ 6858000 h 6874330"/>
              <a:gd name="connsiteX4" fmla="*/ 0 w 3983784"/>
              <a:gd name="connsiteY4" fmla="*/ 6874330 h 6874330"/>
              <a:gd name="connsiteX5" fmla="*/ 3411 w 3983784"/>
              <a:gd name="connsiteY5" fmla="*/ 0 h 68743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983784" h="6874330">
                <a:moveTo>
                  <a:pt x="3411" y="0"/>
                </a:moveTo>
                <a:lnTo>
                  <a:pt x="1298791" y="3175"/>
                </a:lnTo>
                <a:cubicBezTo>
                  <a:pt x="2555739" y="568862"/>
                  <a:pt x="3726961" y="1261548"/>
                  <a:pt x="3983784" y="1433535"/>
                </a:cubicBezTo>
                <a:lnTo>
                  <a:pt x="2773601" y="6858000"/>
                </a:lnTo>
                <a:lnTo>
                  <a:pt x="0" y="6874330"/>
                </a:lnTo>
                <a:cubicBezTo>
                  <a:pt x="3858" y="4588330"/>
                  <a:pt x="-447" y="2286000"/>
                  <a:pt x="3411" y="0"/>
                </a:cubicBez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/>
          <a:lstStyle>
            <a:lvl1pPr marL="228600" marR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lvl1pPr>
          </a:lstStyle>
          <a:p>
            <a:r>
              <a:rPr lang="en-US" dirty="0"/>
              <a:t>Click icon below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01864421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with image left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2"/>
          <p:cNvSpPr>
            <a:spLocks noGrp="1"/>
          </p:cNvSpPr>
          <p:nvPr>
            <p:ph type="body" sz="quarter" idx="11" hasCustomPrompt="1"/>
          </p:nvPr>
        </p:nvSpPr>
        <p:spPr>
          <a:xfrm>
            <a:off x="4336549" y="2681288"/>
            <a:ext cx="4299306" cy="59372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3200" b="1" i="0" spc="-100" baseline="0">
                <a:solidFill>
                  <a:srgbClr val="3D0029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pPr lvl="0"/>
            <a:r>
              <a:rPr lang="en-US" dirty="0"/>
              <a:t>Headline goes here</a:t>
            </a:r>
          </a:p>
        </p:txBody>
      </p:sp>
      <p:sp>
        <p:nvSpPr>
          <p:cNvPr id="12" name="Text Placeholder 12"/>
          <p:cNvSpPr>
            <a:spLocks noGrp="1"/>
          </p:cNvSpPr>
          <p:nvPr>
            <p:ph type="body" sz="quarter" idx="12" hasCustomPrompt="1"/>
          </p:nvPr>
        </p:nvSpPr>
        <p:spPr>
          <a:xfrm>
            <a:off x="4336548" y="3175429"/>
            <a:ext cx="4299307" cy="59372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2000" b="0" i="0" spc="-50" baseline="0">
                <a:solidFill>
                  <a:srgbClr val="BAA360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pPr lvl="0"/>
            <a:r>
              <a:rPr lang="en-US" dirty="0"/>
              <a:t>Sub headline goes here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3" hasCustomPrompt="1"/>
          </p:nvPr>
        </p:nvSpPr>
        <p:spPr>
          <a:xfrm>
            <a:off x="4336549" y="4769643"/>
            <a:ext cx="4389114" cy="59372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 b="0" i="0" spc="-30"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pPr lvl="0"/>
            <a:r>
              <a:rPr lang="en-US" dirty="0"/>
              <a:t>Further contact information</a:t>
            </a:r>
          </a:p>
          <a:p>
            <a:pPr lvl="0"/>
            <a:r>
              <a:rPr lang="en-US" dirty="0"/>
              <a:t>Time and Date etc.</a:t>
            </a:r>
          </a:p>
        </p:txBody>
      </p:sp>
      <p:sp>
        <p:nvSpPr>
          <p:cNvPr id="15" name="TextBox 14"/>
          <p:cNvSpPr txBox="1">
            <a:spLocks/>
          </p:cNvSpPr>
          <p:nvPr userDrawn="1"/>
        </p:nvSpPr>
        <p:spPr>
          <a:xfrm>
            <a:off x="2808483" y="3824449"/>
            <a:ext cx="940694" cy="3042696"/>
          </a:xfrm>
          <a:custGeom>
            <a:avLst/>
            <a:gdLst>
              <a:gd name="connsiteX0" fmla="*/ 940694 w 940694"/>
              <a:gd name="connsiteY0" fmla="*/ 0 h 3042696"/>
              <a:gd name="connsiteX1" fmla="*/ 930863 w 940694"/>
              <a:gd name="connsiteY1" fmla="*/ 293732 h 3042696"/>
              <a:gd name="connsiteX2" fmla="*/ 684107 w 940694"/>
              <a:gd name="connsiteY2" fmla="*/ 2408921 h 3042696"/>
              <a:gd name="connsiteX3" fmla="*/ 577814 w 940694"/>
              <a:gd name="connsiteY3" fmla="*/ 2974932 h 3042696"/>
              <a:gd name="connsiteX4" fmla="*/ 565088 w 940694"/>
              <a:gd name="connsiteY4" fmla="*/ 3042696 h 3042696"/>
              <a:gd name="connsiteX5" fmla="*/ 0 w 940694"/>
              <a:gd name="connsiteY5" fmla="*/ 3042696 h 3042696"/>
              <a:gd name="connsiteX6" fmla="*/ 0 w 940694"/>
              <a:gd name="connsiteY6" fmla="*/ 3042695 h 3042696"/>
              <a:gd name="connsiteX7" fmla="*/ 8357 w 940694"/>
              <a:gd name="connsiteY7" fmla="*/ 3042695 h 3042696"/>
              <a:gd name="connsiteX8" fmla="*/ 38235 w 940694"/>
              <a:gd name="connsiteY8" fmla="*/ 2964086 h 3042696"/>
              <a:gd name="connsiteX9" fmla="*/ 242843 w 940694"/>
              <a:gd name="connsiteY9" fmla="*/ 2425753 h 3042696"/>
              <a:gd name="connsiteX10" fmla="*/ 928311 w 940694"/>
              <a:gd name="connsiteY10" fmla="*/ 65588 h 30426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40694" h="3042696">
                <a:moveTo>
                  <a:pt x="940694" y="0"/>
                </a:moveTo>
                <a:lnTo>
                  <a:pt x="930863" y="293732"/>
                </a:lnTo>
                <a:cubicBezTo>
                  <a:pt x="896378" y="1051293"/>
                  <a:pt x="802043" y="1741153"/>
                  <a:pt x="684107" y="2408921"/>
                </a:cubicBezTo>
                <a:lnTo>
                  <a:pt x="577814" y="2974932"/>
                </a:lnTo>
                <a:lnTo>
                  <a:pt x="565088" y="3042696"/>
                </a:lnTo>
                <a:lnTo>
                  <a:pt x="0" y="3042696"/>
                </a:lnTo>
                <a:lnTo>
                  <a:pt x="0" y="3042695"/>
                </a:lnTo>
                <a:lnTo>
                  <a:pt x="8357" y="3042695"/>
                </a:lnTo>
                <a:lnTo>
                  <a:pt x="38235" y="2964086"/>
                </a:lnTo>
                <a:lnTo>
                  <a:pt x="242843" y="2425753"/>
                </a:lnTo>
                <a:cubicBezTo>
                  <a:pt x="510320" y="1698400"/>
                  <a:pt x="752553" y="937203"/>
                  <a:pt x="928311" y="65588"/>
                </a:cubicBezTo>
                <a:close/>
              </a:path>
            </a:pathLst>
          </a:custGeom>
          <a:solidFill>
            <a:srgbClr val="8B7A39"/>
          </a:solidFill>
        </p:spPr>
        <p:txBody>
          <a:bodyPr vert="horz" wrap="square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16" name="TextBox 15"/>
          <p:cNvSpPr txBox="1">
            <a:spLocks/>
          </p:cNvSpPr>
          <p:nvPr userDrawn="1"/>
        </p:nvSpPr>
        <p:spPr>
          <a:xfrm>
            <a:off x="3547606" y="820638"/>
            <a:ext cx="475808" cy="3003811"/>
          </a:xfrm>
          <a:custGeom>
            <a:avLst/>
            <a:gdLst>
              <a:gd name="connsiteX0" fmla="*/ 0 w 515930"/>
              <a:gd name="connsiteY0" fmla="*/ 0 h 3006986"/>
              <a:gd name="connsiteX1" fmla="*/ 40122 w 515930"/>
              <a:gd name="connsiteY1" fmla="*/ 3291 h 3006986"/>
              <a:gd name="connsiteX2" fmla="*/ 515930 w 515930"/>
              <a:gd name="connsiteY2" fmla="*/ 49906 h 3006986"/>
              <a:gd name="connsiteX3" fmla="*/ 292022 w 515930"/>
              <a:gd name="connsiteY3" fmla="*/ 2740393 h 3006986"/>
              <a:gd name="connsiteX4" fmla="*/ 241692 w 515930"/>
              <a:gd name="connsiteY4" fmla="*/ 3006986 h 3006986"/>
              <a:gd name="connsiteX5" fmla="*/ 242870 w 515930"/>
              <a:gd name="connsiteY5" fmla="*/ 2971771 h 3006986"/>
              <a:gd name="connsiteX6" fmla="*/ 61475 w 515930"/>
              <a:gd name="connsiteY6" fmla="*/ 369997 h 3006986"/>
              <a:gd name="connsiteX7" fmla="*/ 0 w 515930"/>
              <a:gd name="connsiteY7" fmla="*/ 0 h 3006986"/>
              <a:gd name="connsiteX0" fmla="*/ 1153 w 475808"/>
              <a:gd name="connsiteY0" fmla="*/ 0 h 3003811"/>
              <a:gd name="connsiteX1" fmla="*/ 0 w 475808"/>
              <a:gd name="connsiteY1" fmla="*/ 116 h 3003811"/>
              <a:gd name="connsiteX2" fmla="*/ 475808 w 475808"/>
              <a:gd name="connsiteY2" fmla="*/ 46731 h 3003811"/>
              <a:gd name="connsiteX3" fmla="*/ 251900 w 475808"/>
              <a:gd name="connsiteY3" fmla="*/ 2737218 h 3003811"/>
              <a:gd name="connsiteX4" fmla="*/ 201570 w 475808"/>
              <a:gd name="connsiteY4" fmla="*/ 3003811 h 3003811"/>
              <a:gd name="connsiteX5" fmla="*/ 202748 w 475808"/>
              <a:gd name="connsiteY5" fmla="*/ 2968596 h 3003811"/>
              <a:gd name="connsiteX6" fmla="*/ 21353 w 475808"/>
              <a:gd name="connsiteY6" fmla="*/ 366822 h 3003811"/>
              <a:gd name="connsiteX7" fmla="*/ 1153 w 475808"/>
              <a:gd name="connsiteY7" fmla="*/ 0 h 3003811"/>
              <a:gd name="connsiteX0" fmla="*/ 1153 w 475808"/>
              <a:gd name="connsiteY0" fmla="*/ 0 h 3003811"/>
              <a:gd name="connsiteX1" fmla="*/ 0 w 475808"/>
              <a:gd name="connsiteY1" fmla="*/ 116 h 3003811"/>
              <a:gd name="connsiteX2" fmla="*/ 475808 w 475808"/>
              <a:gd name="connsiteY2" fmla="*/ 46731 h 3003811"/>
              <a:gd name="connsiteX3" fmla="*/ 251900 w 475808"/>
              <a:gd name="connsiteY3" fmla="*/ 2737218 h 3003811"/>
              <a:gd name="connsiteX4" fmla="*/ 201570 w 475808"/>
              <a:gd name="connsiteY4" fmla="*/ 3003811 h 3003811"/>
              <a:gd name="connsiteX5" fmla="*/ 202748 w 475808"/>
              <a:gd name="connsiteY5" fmla="*/ 2968596 h 3003811"/>
              <a:gd name="connsiteX6" fmla="*/ 43578 w 475808"/>
              <a:gd name="connsiteY6" fmla="*/ 369997 h 3003811"/>
              <a:gd name="connsiteX7" fmla="*/ 1153 w 475808"/>
              <a:gd name="connsiteY7" fmla="*/ 0 h 3003811"/>
              <a:gd name="connsiteX0" fmla="*/ 1153 w 475808"/>
              <a:gd name="connsiteY0" fmla="*/ 0 h 3003811"/>
              <a:gd name="connsiteX1" fmla="*/ 0 w 475808"/>
              <a:gd name="connsiteY1" fmla="*/ 116 h 3003811"/>
              <a:gd name="connsiteX2" fmla="*/ 475808 w 475808"/>
              <a:gd name="connsiteY2" fmla="*/ 46731 h 3003811"/>
              <a:gd name="connsiteX3" fmla="*/ 251900 w 475808"/>
              <a:gd name="connsiteY3" fmla="*/ 2737218 h 3003811"/>
              <a:gd name="connsiteX4" fmla="*/ 201570 w 475808"/>
              <a:gd name="connsiteY4" fmla="*/ 3003811 h 3003811"/>
              <a:gd name="connsiteX5" fmla="*/ 202748 w 475808"/>
              <a:gd name="connsiteY5" fmla="*/ 2968596 h 3003811"/>
              <a:gd name="connsiteX6" fmla="*/ 43578 w 475808"/>
              <a:gd name="connsiteY6" fmla="*/ 369997 h 3003811"/>
              <a:gd name="connsiteX7" fmla="*/ 1153 w 475808"/>
              <a:gd name="connsiteY7" fmla="*/ 0 h 3003811"/>
              <a:gd name="connsiteX0" fmla="*/ 1153 w 475808"/>
              <a:gd name="connsiteY0" fmla="*/ 0 h 3003811"/>
              <a:gd name="connsiteX1" fmla="*/ 0 w 475808"/>
              <a:gd name="connsiteY1" fmla="*/ 116 h 3003811"/>
              <a:gd name="connsiteX2" fmla="*/ 475808 w 475808"/>
              <a:gd name="connsiteY2" fmla="*/ 46731 h 3003811"/>
              <a:gd name="connsiteX3" fmla="*/ 251900 w 475808"/>
              <a:gd name="connsiteY3" fmla="*/ 2737218 h 3003811"/>
              <a:gd name="connsiteX4" fmla="*/ 201570 w 475808"/>
              <a:gd name="connsiteY4" fmla="*/ 3003811 h 3003811"/>
              <a:gd name="connsiteX5" fmla="*/ 202748 w 475808"/>
              <a:gd name="connsiteY5" fmla="*/ 2968596 h 3003811"/>
              <a:gd name="connsiteX6" fmla="*/ 43578 w 475808"/>
              <a:gd name="connsiteY6" fmla="*/ 369997 h 3003811"/>
              <a:gd name="connsiteX7" fmla="*/ 1153 w 475808"/>
              <a:gd name="connsiteY7" fmla="*/ 0 h 30038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75808" h="3003811">
                <a:moveTo>
                  <a:pt x="1153" y="0"/>
                </a:moveTo>
                <a:lnTo>
                  <a:pt x="0" y="116"/>
                </a:lnTo>
                <a:lnTo>
                  <a:pt x="475808" y="46731"/>
                </a:lnTo>
                <a:cubicBezTo>
                  <a:pt x="474427" y="1069625"/>
                  <a:pt x="390584" y="1949355"/>
                  <a:pt x="251900" y="2737218"/>
                </a:cubicBezTo>
                <a:lnTo>
                  <a:pt x="201570" y="3003811"/>
                </a:lnTo>
                <a:cubicBezTo>
                  <a:pt x="201963" y="2992073"/>
                  <a:pt x="202355" y="2980334"/>
                  <a:pt x="202748" y="2968596"/>
                </a:cubicBezTo>
                <a:cubicBezTo>
                  <a:pt x="238444" y="2139960"/>
                  <a:pt x="151962" y="1345056"/>
                  <a:pt x="43578" y="369997"/>
                </a:cubicBezTo>
                <a:lnTo>
                  <a:pt x="1153" y="0"/>
                </a:lnTo>
                <a:close/>
              </a:path>
            </a:pathLst>
          </a:custGeom>
          <a:solidFill>
            <a:srgbClr val="BAA360"/>
          </a:solidFill>
        </p:spPr>
        <p:txBody>
          <a:bodyPr vert="horz" wrap="square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sp>
        <p:nvSpPr>
          <p:cNvPr id="21" name="Picture Placeholder 3"/>
          <p:cNvSpPr>
            <a:spLocks noGrp="1"/>
          </p:cNvSpPr>
          <p:nvPr>
            <p:ph type="pic" sz="quarter" idx="16" hasCustomPrompt="1"/>
          </p:nvPr>
        </p:nvSpPr>
        <p:spPr>
          <a:xfrm>
            <a:off x="-11555" y="677722"/>
            <a:ext cx="3778706" cy="6189423"/>
          </a:xfrm>
          <a:custGeom>
            <a:avLst/>
            <a:gdLst>
              <a:gd name="connsiteX0" fmla="*/ 0 w 5462588"/>
              <a:gd name="connsiteY0" fmla="*/ 0 h 6049962"/>
              <a:gd name="connsiteX1" fmla="*/ 4552138 w 5462588"/>
              <a:gd name="connsiteY1" fmla="*/ 0 h 6049962"/>
              <a:gd name="connsiteX2" fmla="*/ 5462588 w 5462588"/>
              <a:gd name="connsiteY2" fmla="*/ 910450 h 6049962"/>
              <a:gd name="connsiteX3" fmla="*/ 5462588 w 5462588"/>
              <a:gd name="connsiteY3" fmla="*/ 6049962 h 6049962"/>
              <a:gd name="connsiteX4" fmla="*/ 0 w 5462588"/>
              <a:gd name="connsiteY4" fmla="*/ 6049962 h 6049962"/>
              <a:gd name="connsiteX5" fmla="*/ 0 w 5462588"/>
              <a:gd name="connsiteY5" fmla="*/ 0 h 6049962"/>
              <a:gd name="connsiteX0" fmla="*/ 0 w 5503709"/>
              <a:gd name="connsiteY0" fmla="*/ 0 h 6049962"/>
              <a:gd name="connsiteX1" fmla="*/ 5503709 w 5503709"/>
              <a:gd name="connsiteY1" fmla="*/ 7434 h 6049962"/>
              <a:gd name="connsiteX2" fmla="*/ 5462588 w 5503709"/>
              <a:gd name="connsiteY2" fmla="*/ 910450 h 6049962"/>
              <a:gd name="connsiteX3" fmla="*/ 5462588 w 5503709"/>
              <a:gd name="connsiteY3" fmla="*/ 6049962 h 6049962"/>
              <a:gd name="connsiteX4" fmla="*/ 0 w 5503709"/>
              <a:gd name="connsiteY4" fmla="*/ 6049962 h 6049962"/>
              <a:gd name="connsiteX5" fmla="*/ 0 w 5503709"/>
              <a:gd name="connsiteY5" fmla="*/ 0 h 6049962"/>
              <a:gd name="connsiteX0" fmla="*/ 0 w 5503709"/>
              <a:gd name="connsiteY0" fmla="*/ 104097 h 6154059"/>
              <a:gd name="connsiteX1" fmla="*/ 5503709 w 5503709"/>
              <a:gd name="connsiteY1" fmla="*/ 111531 h 6154059"/>
              <a:gd name="connsiteX2" fmla="*/ 5462588 w 5503709"/>
              <a:gd name="connsiteY2" fmla="*/ 1014547 h 6154059"/>
              <a:gd name="connsiteX3" fmla="*/ 5462588 w 5503709"/>
              <a:gd name="connsiteY3" fmla="*/ 6154059 h 6154059"/>
              <a:gd name="connsiteX4" fmla="*/ 0 w 5503709"/>
              <a:gd name="connsiteY4" fmla="*/ 6154059 h 6154059"/>
              <a:gd name="connsiteX5" fmla="*/ 0 w 5503709"/>
              <a:gd name="connsiteY5" fmla="*/ 104097 h 6154059"/>
              <a:gd name="connsiteX0" fmla="*/ 0 w 5503709"/>
              <a:gd name="connsiteY0" fmla="*/ 143333 h 6193295"/>
              <a:gd name="connsiteX1" fmla="*/ 5503709 w 5503709"/>
              <a:gd name="connsiteY1" fmla="*/ 150767 h 6193295"/>
              <a:gd name="connsiteX2" fmla="*/ 5462588 w 5503709"/>
              <a:gd name="connsiteY2" fmla="*/ 1053783 h 6193295"/>
              <a:gd name="connsiteX3" fmla="*/ 5462588 w 5503709"/>
              <a:gd name="connsiteY3" fmla="*/ 6193295 h 6193295"/>
              <a:gd name="connsiteX4" fmla="*/ 0 w 5503709"/>
              <a:gd name="connsiteY4" fmla="*/ 6193295 h 6193295"/>
              <a:gd name="connsiteX5" fmla="*/ 0 w 5503709"/>
              <a:gd name="connsiteY5" fmla="*/ 143333 h 6193295"/>
              <a:gd name="connsiteX0" fmla="*/ 0 w 5503709"/>
              <a:gd name="connsiteY0" fmla="*/ 143333 h 6193295"/>
              <a:gd name="connsiteX1" fmla="*/ 5503709 w 5503709"/>
              <a:gd name="connsiteY1" fmla="*/ 150767 h 6193295"/>
              <a:gd name="connsiteX2" fmla="*/ 5462588 w 5503709"/>
              <a:gd name="connsiteY2" fmla="*/ 1053783 h 6193295"/>
              <a:gd name="connsiteX3" fmla="*/ 4786080 w 5503709"/>
              <a:gd name="connsiteY3" fmla="*/ 6193295 h 6193295"/>
              <a:gd name="connsiteX4" fmla="*/ 0 w 5503709"/>
              <a:gd name="connsiteY4" fmla="*/ 6193295 h 6193295"/>
              <a:gd name="connsiteX5" fmla="*/ 0 w 5503709"/>
              <a:gd name="connsiteY5" fmla="*/ 143333 h 6193295"/>
              <a:gd name="connsiteX0" fmla="*/ 0 w 5693046"/>
              <a:gd name="connsiteY0" fmla="*/ 143333 h 6193295"/>
              <a:gd name="connsiteX1" fmla="*/ 5503709 w 5693046"/>
              <a:gd name="connsiteY1" fmla="*/ 150767 h 6193295"/>
              <a:gd name="connsiteX2" fmla="*/ 5693046 w 5693046"/>
              <a:gd name="connsiteY2" fmla="*/ 3179949 h 6193295"/>
              <a:gd name="connsiteX3" fmla="*/ 4786080 w 5693046"/>
              <a:gd name="connsiteY3" fmla="*/ 6193295 h 6193295"/>
              <a:gd name="connsiteX4" fmla="*/ 0 w 5693046"/>
              <a:gd name="connsiteY4" fmla="*/ 6193295 h 6193295"/>
              <a:gd name="connsiteX5" fmla="*/ 0 w 5693046"/>
              <a:gd name="connsiteY5" fmla="*/ 143333 h 6193295"/>
              <a:gd name="connsiteX0" fmla="*/ 0 w 5705796"/>
              <a:gd name="connsiteY0" fmla="*/ 143333 h 6193295"/>
              <a:gd name="connsiteX1" fmla="*/ 5503709 w 5705796"/>
              <a:gd name="connsiteY1" fmla="*/ 150767 h 6193295"/>
              <a:gd name="connsiteX2" fmla="*/ 5693046 w 5705796"/>
              <a:gd name="connsiteY2" fmla="*/ 3179949 h 6193295"/>
              <a:gd name="connsiteX3" fmla="*/ 4786080 w 5705796"/>
              <a:gd name="connsiteY3" fmla="*/ 6193295 h 6193295"/>
              <a:gd name="connsiteX4" fmla="*/ 0 w 5705796"/>
              <a:gd name="connsiteY4" fmla="*/ 6193295 h 6193295"/>
              <a:gd name="connsiteX5" fmla="*/ 0 w 5705796"/>
              <a:gd name="connsiteY5" fmla="*/ 143333 h 6193295"/>
              <a:gd name="connsiteX0" fmla="*/ 0 w 5708471"/>
              <a:gd name="connsiteY0" fmla="*/ 143333 h 6193295"/>
              <a:gd name="connsiteX1" fmla="*/ 5503709 w 5708471"/>
              <a:gd name="connsiteY1" fmla="*/ 150767 h 6193295"/>
              <a:gd name="connsiteX2" fmla="*/ 5693046 w 5708471"/>
              <a:gd name="connsiteY2" fmla="*/ 3179949 h 6193295"/>
              <a:gd name="connsiteX3" fmla="*/ 4786080 w 5708471"/>
              <a:gd name="connsiteY3" fmla="*/ 6193295 h 6193295"/>
              <a:gd name="connsiteX4" fmla="*/ 0 w 5708471"/>
              <a:gd name="connsiteY4" fmla="*/ 6193295 h 6193295"/>
              <a:gd name="connsiteX5" fmla="*/ 0 w 5708471"/>
              <a:gd name="connsiteY5" fmla="*/ 143333 h 6193295"/>
              <a:gd name="connsiteX0" fmla="*/ 0 w 5708471"/>
              <a:gd name="connsiteY0" fmla="*/ 143333 h 6193295"/>
              <a:gd name="connsiteX1" fmla="*/ 5503709 w 5708471"/>
              <a:gd name="connsiteY1" fmla="*/ 150767 h 6193295"/>
              <a:gd name="connsiteX2" fmla="*/ 5693046 w 5708471"/>
              <a:gd name="connsiteY2" fmla="*/ 3179949 h 6193295"/>
              <a:gd name="connsiteX3" fmla="*/ 4786080 w 5708471"/>
              <a:gd name="connsiteY3" fmla="*/ 6193295 h 6193295"/>
              <a:gd name="connsiteX4" fmla="*/ 0 w 5708471"/>
              <a:gd name="connsiteY4" fmla="*/ 6193295 h 6193295"/>
              <a:gd name="connsiteX5" fmla="*/ 0 w 5708471"/>
              <a:gd name="connsiteY5" fmla="*/ 143333 h 6193295"/>
              <a:gd name="connsiteX0" fmla="*/ 0 w 5708471"/>
              <a:gd name="connsiteY0" fmla="*/ 143333 h 6193295"/>
              <a:gd name="connsiteX1" fmla="*/ 5503709 w 5708471"/>
              <a:gd name="connsiteY1" fmla="*/ 150767 h 6193295"/>
              <a:gd name="connsiteX2" fmla="*/ 5693046 w 5708471"/>
              <a:gd name="connsiteY2" fmla="*/ 3179949 h 6193295"/>
              <a:gd name="connsiteX3" fmla="*/ 4786080 w 5708471"/>
              <a:gd name="connsiteY3" fmla="*/ 6193295 h 6193295"/>
              <a:gd name="connsiteX4" fmla="*/ 0 w 5708471"/>
              <a:gd name="connsiteY4" fmla="*/ 6193295 h 6193295"/>
              <a:gd name="connsiteX5" fmla="*/ 0 w 5708471"/>
              <a:gd name="connsiteY5" fmla="*/ 143333 h 6193295"/>
              <a:gd name="connsiteX0" fmla="*/ 0 w 5708471"/>
              <a:gd name="connsiteY0" fmla="*/ 143333 h 6193295"/>
              <a:gd name="connsiteX1" fmla="*/ 5503709 w 5708471"/>
              <a:gd name="connsiteY1" fmla="*/ 150767 h 6193295"/>
              <a:gd name="connsiteX2" fmla="*/ 5693046 w 5708471"/>
              <a:gd name="connsiteY2" fmla="*/ 3179949 h 6193295"/>
              <a:gd name="connsiteX3" fmla="*/ 4786080 w 5708471"/>
              <a:gd name="connsiteY3" fmla="*/ 6193295 h 6193295"/>
              <a:gd name="connsiteX4" fmla="*/ 0 w 5708471"/>
              <a:gd name="connsiteY4" fmla="*/ 6193295 h 6193295"/>
              <a:gd name="connsiteX5" fmla="*/ 0 w 5708471"/>
              <a:gd name="connsiteY5" fmla="*/ 143333 h 6193295"/>
              <a:gd name="connsiteX0" fmla="*/ 1920240 w 5708471"/>
              <a:gd name="connsiteY0" fmla="*/ 80600 h 6267722"/>
              <a:gd name="connsiteX1" fmla="*/ 5503709 w 5708471"/>
              <a:gd name="connsiteY1" fmla="*/ 225194 h 6267722"/>
              <a:gd name="connsiteX2" fmla="*/ 5693046 w 5708471"/>
              <a:gd name="connsiteY2" fmla="*/ 3254376 h 6267722"/>
              <a:gd name="connsiteX3" fmla="*/ 4786080 w 5708471"/>
              <a:gd name="connsiteY3" fmla="*/ 6267722 h 6267722"/>
              <a:gd name="connsiteX4" fmla="*/ 0 w 5708471"/>
              <a:gd name="connsiteY4" fmla="*/ 6267722 h 6267722"/>
              <a:gd name="connsiteX5" fmla="*/ 1920240 w 5708471"/>
              <a:gd name="connsiteY5" fmla="*/ 80600 h 6267722"/>
              <a:gd name="connsiteX0" fmla="*/ 0 w 3788231"/>
              <a:gd name="connsiteY0" fmla="*/ 80600 h 6322586"/>
              <a:gd name="connsiteX1" fmla="*/ 3583469 w 3788231"/>
              <a:gd name="connsiteY1" fmla="*/ 225194 h 6322586"/>
              <a:gd name="connsiteX2" fmla="*/ 3772806 w 3788231"/>
              <a:gd name="connsiteY2" fmla="*/ 3254376 h 6322586"/>
              <a:gd name="connsiteX3" fmla="*/ 2865840 w 3788231"/>
              <a:gd name="connsiteY3" fmla="*/ 6267722 h 6322586"/>
              <a:gd name="connsiteX4" fmla="*/ 91440 w 3788231"/>
              <a:gd name="connsiteY4" fmla="*/ 6322586 h 6322586"/>
              <a:gd name="connsiteX5" fmla="*/ 0 w 3788231"/>
              <a:gd name="connsiteY5" fmla="*/ 80600 h 6322586"/>
              <a:gd name="connsiteX0" fmla="*/ 0 w 3788231"/>
              <a:gd name="connsiteY0" fmla="*/ 80600 h 6286010"/>
              <a:gd name="connsiteX1" fmla="*/ 3583469 w 3788231"/>
              <a:gd name="connsiteY1" fmla="*/ 225194 h 6286010"/>
              <a:gd name="connsiteX2" fmla="*/ 3772806 w 3788231"/>
              <a:gd name="connsiteY2" fmla="*/ 3254376 h 6286010"/>
              <a:gd name="connsiteX3" fmla="*/ 2865840 w 3788231"/>
              <a:gd name="connsiteY3" fmla="*/ 6267722 h 6286010"/>
              <a:gd name="connsiteX4" fmla="*/ 0 w 3788231"/>
              <a:gd name="connsiteY4" fmla="*/ 6286010 h 6286010"/>
              <a:gd name="connsiteX5" fmla="*/ 0 w 3788231"/>
              <a:gd name="connsiteY5" fmla="*/ 80600 h 6286010"/>
              <a:gd name="connsiteX0" fmla="*/ 28575 w 3788231"/>
              <a:gd name="connsiteY0" fmla="*/ 81647 h 6283882"/>
              <a:gd name="connsiteX1" fmla="*/ 3583469 w 3788231"/>
              <a:gd name="connsiteY1" fmla="*/ 223066 h 6283882"/>
              <a:gd name="connsiteX2" fmla="*/ 3772806 w 3788231"/>
              <a:gd name="connsiteY2" fmla="*/ 3252248 h 6283882"/>
              <a:gd name="connsiteX3" fmla="*/ 2865840 w 3788231"/>
              <a:gd name="connsiteY3" fmla="*/ 6265594 h 6283882"/>
              <a:gd name="connsiteX4" fmla="*/ 0 w 3788231"/>
              <a:gd name="connsiteY4" fmla="*/ 6283882 h 6283882"/>
              <a:gd name="connsiteX5" fmla="*/ 28575 w 3788231"/>
              <a:gd name="connsiteY5" fmla="*/ 81647 h 6283882"/>
              <a:gd name="connsiteX0" fmla="*/ 41275 w 3800931"/>
              <a:gd name="connsiteY0" fmla="*/ 81647 h 6274357"/>
              <a:gd name="connsiteX1" fmla="*/ 3596169 w 3800931"/>
              <a:gd name="connsiteY1" fmla="*/ 223066 h 6274357"/>
              <a:gd name="connsiteX2" fmla="*/ 3785506 w 3800931"/>
              <a:gd name="connsiteY2" fmla="*/ 3252248 h 6274357"/>
              <a:gd name="connsiteX3" fmla="*/ 2878540 w 3800931"/>
              <a:gd name="connsiteY3" fmla="*/ 6265594 h 6274357"/>
              <a:gd name="connsiteX4" fmla="*/ 0 w 3800931"/>
              <a:gd name="connsiteY4" fmla="*/ 6274357 h 6274357"/>
              <a:gd name="connsiteX5" fmla="*/ 41275 w 3800931"/>
              <a:gd name="connsiteY5" fmla="*/ 81647 h 6274357"/>
              <a:gd name="connsiteX0" fmla="*/ 31750 w 3791406"/>
              <a:gd name="connsiteY0" fmla="*/ 81647 h 6277532"/>
              <a:gd name="connsiteX1" fmla="*/ 3586644 w 3791406"/>
              <a:gd name="connsiteY1" fmla="*/ 223066 h 6277532"/>
              <a:gd name="connsiteX2" fmla="*/ 3775981 w 3791406"/>
              <a:gd name="connsiteY2" fmla="*/ 3252248 h 6277532"/>
              <a:gd name="connsiteX3" fmla="*/ 2869015 w 3791406"/>
              <a:gd name="connsiteY3" fmla="*/ 6265594 h 6277532"/>
              <a:gd name="connsiteX4" fmla="*/ 0 w 3791406"/>
              <a:gd name="connsiteY4" fmla="*/ 6277532 h 6277532"/>
              <a:gd name="connsiteX5" fmla="*/ 31750 w 3791406"/>
              <a:gd name="connsiteY5" fmla="*/ 81647 h 6277532"/>
              <a:gd name="connsiteX0" fmla="*/ 31750 w 3791406"/>
              <a:gd name="connsiteY0" fmla="*/ 35321 h 6231206"/>
              <a:gd name="connsiteX1" fmla="*/ 3586644 w 3791406"/>
              <a:gd name="connsiteY1" fmla="*/ 176740 h 6231206"/>
              <a:gd name="connsiteX2" fmla="*/ 3775981 w 3791406"/>
              <a:gd name="connsiteY2" fmla="*/ 3205922 h 6231206"/>
              <a:gd name="connsiteX3" fmla="*/ 2869015 w 3791406"/>
              <a:gd name="connsiteY3" fmla="*/ 6219268 h 6231206"/>
              <a:gd name="connsiteX4" fmla="*/ 0 w 3791406"/>
              <a:gd name="connsiteY4" fmla="*/ 6231206 h 6231206"/>
              <a:gd name="connsiteX5" fmla="*/ 31750 w 3791406"/>
              <a:gd name="connsiteY5" fmla="*/ 35321 h 6231206"/>
              <a:gd name="connsiteX0" fmla="*/ 31750 w 3791406"/>
              <a:gd name="connsiteY0" fmla="*/ 19801 h 6215686"/>
              <a:gd name="connsiteX1" fmla="*/ 3586644 w 3791406"/>
              <a:gd name="connsiteY1" fmla="*/ 161220 h 6215686"/>
              <a:gd name="connsiteX2" fmla="*/ 3775981 w 3791406"/>
              <a:gd name="connsiteY2" fmla="*/ 3190402 h 6215686"/>
              <a:gd name="connsiteX3" fmla="*/ 2869015 w 3791406"/>
              <a:gd name="connsiteY3" fmla="*/ 6203748 h 6215686"/>
              <a:gd name="connsiteX4" fmla="*/ 0 w 3791406"/>
              <a:gd name="connsiteY4" fmla="*/ 6215686 h 6215686"/>
              <a:gd name="connsiteX5" fmla="*/ 31750 w 3791406"/>
              <a:gd name="connsiteY5" fmla="*/ 19801 h 6215686"/>
              <a:gd name="connsiteX0" fmla="*/ 31750 w 3791406"/>
              <a:gd name="connsiteY0" fmla="*/ 9351 h 6205236"/>
              <a:gd name="connsiteX1" fmla="*/ 3586644 w 3791406"/>
              <a:gd name="connsiteY1" fmla="*/ 150770 h 6205236"/>
              <a:gd name="connsiteX2" fmla="*/ 3775981 w 3791406"/>
              <a:gd name="connsiteY2" fmla="*/ 3179952 h 6205236"/>
              <a:gd name="connsiteX3" fmla="*/ 2869015 w 3791406"/>
              <a:gd name="connsiteY3" fmla="*/ 6193298 h 6205236"/>
              <a:gd name="connsiteX4" fmla="*/ 0 w 3791406"/>
              <a:gd name="connsiteY4" fmla="*/ 6205236 h 6205236"/>
              <a:gd name="connsiteX5" fmla="*/ 31750 w 3791406"/>
              <a:gd name="connsiteY5" fmla="*/ 9351 h 6205236"/>
              <a:gd name="connsiteX0" fmla="*/ 15875 w 3791406"/>
              <a:gd name="connsiteY0" fmla="*/ 11826 h 6201361"/>
              <a:gd name="connsiteX1" fmla="*/ 3586644 w 3791406"/>
              <a:gd name="connsiteY1" fmla="*/ 146895 h 6201361"/>
              <a:gd name="connsiteX2" fmla="*/ 3775981 w 3791406"/>
              <a:gd name="connsiteY2" fmla="*/ 3176077 h 6201361"/>
              <a:gd name="connsiteX3" fmla="*/ 2869015 w 3791406"/>
              <a:gd name="connsiteY3" fmla="*/ 6189423 h 6201361"/>
              <a:gd name="connsiteX4" fmla="*/ 0 w 3791406"/>
              <a:gd name="connsiteY4" fmla="*/ 6201361 h 6201361"/>
              <a:gd name="connsiteX5" fmla="*/ 15875 w 3791406"/>
              <a:gd name="connsiteY5" fmla="*/ 11826 h 6201361"/>
              <a:gd name="connsiteX0" fmla="*/ 22225 w 3797756"/>
              <a:gd name="connsiteY0" fmla="*/ 11826 h 6198186"/>
              <a:gd name="connsiteX1" fmla="*/ 3592994 w 3797756"/>
              <a:gd name="connsiteY1" fmla="*/ 146895 h 6198186"/>
              <a:gd name="connsiteX2" fmla="*/ 3782331 w 3797756"/>
              <a:gd name="connsiteY2" fmla="*/ 3176077 h 6198186"/>
              <a:gd name="connsiteX3" fmla="*/ 2875365 w 3797756"/>
              <a:gd name="connsiteY3" fmla="*/ 6189423 h 6198186"/>
              <a:gd name="connsiteX4" fmla="*/ 0 w 3797756"/>
              <a:gd name="connsiteY4" fmla="*/ 6198186 h 6198186"/>
              <a:gd name="connsiteX5" fmla="*/ 22225 w 3797756"/>
              <a:gd name="connsiteY5" fmla="*/ 11826 h 6198186"/>
              <a:gd name="connsiteX0" fmla="*/ 271 w 3775802"/>
              <a:gd name="connsiteY0" fmla="*/ 11826 h 6195011"/>
              <a:gd name="connsiteX1" fmla="*/ 3571040 w 3775802"/>
              <a:gd name="connsiteY1" fmla="*/ 146895 h 6195011"/>
              <a:gd name="connsiteX2" fmla="*/ 3760377 w 3775802"/>
              <a:gd name="connsiteY2" fmla="*/ 3176077 h 6195011"/>
              <a:gd name="connsiteX3" fmla="*/ 2853411 w 3775802"/>
              <a:gd name="connsiteY3" fmla="*/ 6189423 h 6195011"/>
              <a:gd name="connsiteX4" fmla="*/ 63771 w 3775802"/>
              <a:gd name="connsiteY4" fmla="*/ 6195011 h 6195011"/>
              <a:gd name="connsiteX5" fmla="*/ 271 w 3775802"/>
              <a:gd name="connsiteY5" fmla="*/ 11826 h 6195011"/>
              <a:gd name="connsiteX0" fmla="*/ 3175 w 3778706"/>
              <a:gd name="connsiteY0" fmla="*/ 11826 h 6189423"/>
              <a:gd name="connsiteX1" fmla="*/ 3573944 w 3778706"/>
              <a:gd name="connsiteY1" fmla="*/ 146895 h 6189423"/>
              <a:gd name="connsiteX2" fmla="*/ 3763281 w 3778706"/>
              <a:gd name="connsiteY2" fmla="*/ 3176077 h 6189423"/>
              <a:gd name="connsiteX3" fmla="*/ 2856315 w 3778706"/>
              <a:gd name="connsiteY3" fmla="*/ 6189423 h 6189423"/>
              <a:gd name="connsiteX4" fmla="*/ 0 w 3778706"/>
              <a:gd name="connsiteY4" fmla="*/ 6188661 h 6189423"/>
              <a:gd name="connsiteX5" fmla="*/ 3175 w 3778706"/>
              <a:gd name="connsiteY5" fmla="*/ 11826 h 61894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778706" h="6189423">
                <a:moveTo>
                  <a:pt x="3175" y="11826"/>
                </a:moveTo>
                <a:cubicBezTo>
                  <a:pt x="490152" y="19105"/>
                  <a:pt x="977762" y="-69160"/>
                  <a:pt x="3573944" y="146895"/>
                </a:cubicBezTo>
                <a:cubicBezTo>
                  <a:pt x="3681661" y="1164056"/>
                  <a:pt x="3826549" y="2114311"/>
                  <a:pt x="3763281" y="3176077"/>
                </a:cubicBezTo>
                <a:cubicBezTo>
                  <a:pt x="3557603" y="4210263"/>
                  <a:pt x="3232979" y="5214711"/>
                  <a:pt x="2856315" y="6189423"/>
                </a:cubicBezTo>
                <a:lnTo>
                  <a:pt x="0" y="6188661"/>
                </a:lnTo>
                <a:cubicBezTo>
                  <a:pt x="5292" y="4125483"/>
                  <a:pt x="-2117" y="2075004"/>
                  <a:pt x="3175" y="11826"/>
                </a:cubicBez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/>
          <a:lstStyle>
            <a:lvl1pPr marL="228600" marR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lvl1pPr>
          </a:lstStyle>
          <a:p>
            <a:r>
              <a:rPr lang="en-US" dirty="0"/>
              <a:t>Click icon below to add picture</a:t>
            </a:r>
          </a:p>
        </p:txBody>
      </p:sp>
      <p:pic>
        <p:nvPicPr>
          <p:cNvPr id="26" name="Picture 25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40303" y="6242208"/>
            <a:ext cx="997114" cy="152170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54068" y="381459"/>
            <a:ext cx="1344795" cy="7431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60213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no image 1">
    <p:bg>
      <p:bgPr>
        <a:solidFill>
          <a:srgbClr val="3D00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Picture 25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40303" y="6242208"/>
            <a:ext cx="997114" cy="152170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54068" y="381460"/>
            <a:ext cx="1344797" cy="743147"/>
          </a:xfrm>
          <a:prstGeom prst="rect">
            <a:avLst/>
          </a:prstGeom>
        </p:spPr>
      </p:pic>
      <p:grpSp>
        <p:nvGrpSpPr>
          <p:cNvPr id="2" name="Group 1"/>
          <p:cNvGrpSpPr/>
          <p:nvPr userDrawn="1"/>
        </p:nvGrpSpPr>
        <p:grpSpPr>
          <a:xfrm flipH="1">
            <a:off x="-545176" y="9627"/>
            <a:ext cx="3330189" cy="6857999"/>
            <a:chOff x="6027018" y="9627"/>
            <a:chExt cx="3330189" cy="6857999"/>
          </a:xfrm>
        </p:grpSpPr>
        <p:sp>
          <p:nvSpPr>
            <p:cNvPr id="10" name="TextBox 9"/>
            <p:cNvSpPr txBox="1">
              <a:spLocks/>
            </p:cNvSpPr>
            <p:nvPr userDrawn="1"/>
          </p:nvSpPr>
          <p:spPr>
            <a:xfrm rot="19740735" flipH="1">
              <a:off x="6144747" y="374205"/>
              <a:ext cx="3212460" cy="1920108"/>
            </a:xfrm>
            <a:custGeom>
              <a:avLst/>
              <a:gdLst>
                <a:gd name="connsiteX0" fmla="*/ 0 w 3212460"/>
                <a:gd name="connsiteY0" fmla="*/ 368316 h 1920108"/>
                <a:gd name="connsiteX1" fmla="*/ 613277 w 3212460"/>
                <a:gd name="connsiteY1" fmla="*/ 0 h 1920108"/>
                <a:gd name="connsiteX2" fmla="*/ 815519 w 3212460"/>
                <a:gd name="connsiteY2" fmla="*/ 72065 h 1920108"/>
                <a:gd name="connsiteX3" fmla="*/ 3156027 w 3212460"/>
                <a:gd name="connsiteY3" fmla="*/ 1843776 h 1920108"/>
                <a:gd name="connsiteX4" fmla="*/ 3212460 w 3212460"/>
                <a:gd name="connsiteY4" fmla="*/ 1920108 h 1920108"/>
                <a:gd name="connsiteX5" fmla="*/ 3017940 w 3212460"/>
                <a:gd name="connsiteY5" fmla="*/ 1735571 h 1920108"/>
                <a:gd name="connsiteX6" fmla="*/ 56031 w 3212460"/>
                <a:gd name="connsiteY6" fmla="*/ 374148 h 1920108"/>
                <a:gd name="connsiteX0" fmla="*/ 0 w 3212460"/>
                <a:gd name="connsiteY0" fmla="*/ 368316 h 1920108"/>
                <a:gd name="connsiteX1" fmla="*/ 613277 w 3212460"/>
                <a:gd name="connsiteY1" fmla="*/ 0 h 1920108"/>
                <a:gd name="connsiteX2" fmla="*/ 815519 w 3212460"/>
                <a:gd name="connsiteY2" fmla="*/ 72065 h 1920108"/>
                <a:gd name="connsiteX3" fmla="*/ 3156027 w 3212460"/>
                <a:gd name="connsiteY3" fmla="*/ 1843776 h 1920108"/>
                <a:gd name="connsiteX4" fmla="*/ 3212460 w 3212460"/>
                <a:gd name="connsiteY4" fmla="*/ 1920108 h 1920108"/>
                <a:gd name="connsiteX5" fmla="*/ 3003783 w 3212460"/>
                <a:gd name="connsiteY5" fmla="*/ 1736666 h 1920108"/>
                <a:gd name="connsiteX6" fmla="*/ 56031 w 3212460"/>
                <a:gd name="connsiteY6" fmla="*/ 374148 h 1920108"/>
                <a:gd name="connsiteX7" fmla="*/ 0 w 3212460"/>
                <a:gd name="connsiteY7" fmla="*/ 368316 h 19201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212460" h="1920108">
                  <a:moveTo>
                    <a:pt x="0" y="368316"/>
                  </a:moveTo>
                  <a:lnTo>
                    <a:pt x="613277" y="0"/>
                  </a:lnTo>
                  <a:lnTo>
                    <a:pt x="815519" y="72065"/>
                  </a:lnTo>
                  <a:cubicBezTo>
                    <a:pt x="1739867" y="437366"/>
                    <a:pt x="2527752" y="1040228"/>
                    <a:pt x="3156027" y="1843776"/>
                  </a:cubicBezTo>
                  <a:lnTo>
                    <a:pt x="3212460" y="1920108"/>
                  </a:lnTo>
                  <a:cubicBezTo>
                    <a:pt x="3147620" y="1858596"/>
                    <a:pt x="3068623" y="1798178"/>
                    <a:pt x="3003783" y="1736666"/>
                  </a:cubicBezTo>
                  <a:cubicBezTo>
                    <a:pt x="2178374" y="997003"/>
                    <a:pt x="1193572" y="525963"/>
                    <a:pt x="56031" y="374148"/>
                  </a:cubicBezTo>
                  <a:lnTo>
                    <a:pt x="0" y="368316"/>
                  </a:lnTo>
                  <a:close/>
                </a:path>
              </a:pathLst>
            </a:custGeom>
            <a:solidFill>
              <a:srgbClr val="BAA360"/>
            </a:solidFill>
          </p:spPr>
          <p:txBody>
            <a:bodyPr vert="horz" wrap="square" lIns="91440" tIns="45720" rIns="91440" bIns="45720" rtlCol="0">
              <a:no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  <p:sp>
          <p:nvSpPr>
            <p:cNvPr id="15" name="TextBox 14"/>
            <p:cNvSpPr txBox="1">
              <a:spLocks/>
            </p:cNvSpPr>
            <p:nvPr userDrawn="1"/>
          </p:nvSpPr>
          <p:spPr>
            <a:xfrm rot="19740735" flipH="1">
              <a:off x="6027018" y="3217353"/>
              <a:ext cx="1912084" cy="3631362"/>
            </a:xfrm>
            <a:custGeom>
              <a:avLst/>
              <a:gdLst>
                <a:gd name="connsiteX0" fmla="*/ 0 w 1912084"/>
                <a:gd name="connsiteY0" fmla="*/ 0 h 3631362"/>
                <a:gd name="connsiteX1" fmla="*/ 47861 w 1912084"/>
                <a:gd name="connsiteY1" fmla="*/ 45405 h 3631362"/>
                <a:gd name="connsiteX2" fmla="*/ 1889805 w 1912084"/>
                <a:gd name="connsiteY2" fmla="*/ 3291102 h 3631362"/>
                <a:gd name="connsiteX3" fmla="*/ 1912084 w 1912084"/>
                <a:gd name="connsiteY3" fmla="*/ 3370304 h 3631362"/>
                <a:gd name="connsiteX4" fmla="*/ 1477400 w 1912084"/>
                <a:gd name="connsiteY4" fmla="*/ 3631362 h 3631362"/>
                <a:gd name="connsiteX5" fmla="*/ 1472304 w 1912084"/>
                <a:gd name="connsiteY5" fmla="*/ 3599174 h 3631362"/>
                <a:gd name="connsiteX6" fmla="*/ 147049 w 1912084"/>
                <a:gd name="connsiteY6" fmla="*/ 198900 h 3631362"/>
                <a:gd name="connsiteX0" fmla="*/ 0 w 1912084"/>
                <a:gd name="connsiteY0" fmla="*/ 0 h 3631362"/>
                <a:gd name="connsiteX1" fmla="*/ 47861 w 1912084"/>
                <a:gd name="connsiteY1" fmla="*/ 45405 h 3631362"/>
                <a:gd name="connsiteX2" fmla="*/ 1889805 w 1912084"/>
                <a:gd name="connsiteY2" fmla="*/ 3291102 h 3631362"/>
                <a:gd name="connsiteX3" fmla="*/ 1912084 w 1912084"/>
                <a:gd name="connsiteY3" fmla="*/ 3370304 h 3631362"/>
                <a:gd name="connsiteX4" fmla="*/ 1477400 w 1912084"/>
                <a:gd name="connsiteY4" fmla="*/ 3631362 h 3631362"/>
                <a:gd name="connsiteX5" fmla="*/ 1472304 w 1912084"/>
                <a:gd name="connsiteY5" fmla="*/ 3599174 h 3631362"/>
                <a:gd name="connsiteX6" fmla="*/ 137249 w 1912084"/>
                <a:gd name="connsiteY6" fmla="*/ 201083 h 3631362"/>
                <a:gd name="connsiteX7" fmla="*/ 0 w 1912084"/>
                <a:gd name="connsiteY7" fmla="*/ 0 h 3631362"/>
                <a:gd name="connsiteX0" fmla="*/ 0 w 1912084"/>
                <a:gd name="connsiteY0" fmla="*/ 0 h 3631362"/>
                <a:gd name="connsiteX1" fmla="*/ 47861 w 1912084"/>
                <a:gd name="connsiteY1" fmla="*/ 45405 h 3631362"/>
                <a:gd name="connsiteX2" fmla="*/ 1889805 w 1912084"/>
                <a:gd name="connsiteY2" fmla="*/ 3291102 h 3631362"/>
                <a:gd name="connsiteX3" fmla="*/ 1912084 w 1912084"/>
                <a:gd name="connsiteY3" fmla="*/ 3370304 h 3631362"/>
                <a:gd name="connsiteX4" fmla="*/ 1477400 w 1912084"/>
                <a:gd name="connsiteY4" fmla="*/ 3631362 h 3631362"/>
                <a:gd name="connsiteX5" fmla="*/ 1472304 w 1912084"/>
                <a:gd name="connsiteY5" fmla="*/ 3599174 h 3631362"/>
                <a:gd name="connsiteX6" fmla="*/ 137249 w 1912084"/>
                <a:gd name="connsiteY6" fmla="*/ 201083 h 3631362"/>
                <a:gd name="connsiteX7" fmla="*/ 0 w 1912084"/>
                <a:gd name="connsiteY7" fmla="*/ 0 h 36313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912084" h="3631362">
                  <a:moveTo>
                    <a:pt x="0" y="0"/>
                  </a:moveTo>
                  <a:lnTo>
                    <a:pt x="47861" y="45405"/>
                  </a:lnTo>
                  <a:cubicBezTo>
                    <a:pt x="862909" y="863313"/>
                    <a:pt x="1489673" y="1962910"/>
                    <a:pt x="1889805" y="3291102"/>
                  </a:cubicBezTo>
                  <a:lnTo>
                    <a:pt x="1912084" y="3370304"/>
                  </a:lnTo>
                  <a:lnTo>
                    <a:pt x="1477400" y="3631362"/>
                  </a:lnTo>
                  <a:lnTo>
                    <a:pt x="1472304" y="3599174"/>
                  </a:lnTo>
                  <a:cubicBezTo>
                    <a:pt x="1240507" y="2266284"/>
                    <a:pt x="792240" y="1178216"/>
                    <a:pt x="137249" y="201083"/>
                  </a:cubicBezTo>
                  <a:cubicBezTo>
                    <a:pt x="88233" y="134783"/>
                    <a:pt x="49016" y="66300"/>
                    <a:pt x="0" y="0"/>
                  </a:cubicBezTo>
                  <a:close/>
                </a:path>
              </a:pathLst>
            </a:custGeom>
            <a:solidFill>
              <a:srgbClr val="8B7A39"/>
            </a:solidFill>
          </p:spPr>
          <p:txBody>
            <a:bodyPr vert="horz" wrap="square" lIns="91440" tIns="45720" rIns="91440" bIns="45720" rtlCol="0">
              <a:no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  <p:sp>
          <p:nvSpPr>
            <p:cNvPr id="16" name="Freeform 15"/>
            <p:cNvSpPr/>
            <p:nvPr userDrawn="1"/>
          </p:nvSpPr>
          <p:spPr>
            <a:xfrm>
              <a:off x="6835360" y="9627"/>
              <a:ext cx="2308641" cy="6857999"/>
            </a:xfrm>
            <a:custGeom>
              <a:avLst/>
              <a:gdLst>
                <a:gd name="connsiteX0" fmla="*/ 1977387 w 2308641"/>
                <a:gd name="connsiteY0" fmla="*/ 0 h 6857999"/>
                <a:gd name="connsiteX1" fmla="*/ 2308641 w 2308641"/>
                <a:gd name="connsiteY1" fmla="*/ 0 h 6857999"/>
                <a:gd name="connsiteX2" fmla="*/ 2308641 w 2308641"/>
                <a:gd name="connsiteY2" fmla="*/ 6857999 h 6857999"/>
                <a:gd name="connsiteX3" fmla="*/ 629671 w 2308641"/>
                <a:gd name="connsiteY3" fmla="*/ 6857999 h 6857999"/>
                <a:gd name="connsiteX4" fmla="*/ 534562 w 2308641"/>
                <a:gd name="connsiteY4" fmla="*/ 6597467 h 6857999"/>
                <a:gd name="connsiteX5" fmla="*/ 30552 w 2308641"/>
                <a:gd name="connsiteY5" fmla="*/ 2981291 h 6857999"/>
                <a:gd name="connsiteX6" fmla="*/ 1977387 w 2308641"/>
                <a:gd name="connsiteY6" fmla="*/ 0 h 68579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308641" h="6857999">
                  <a:moveTo>
                    <a:pt x="1977387" y="0"/>
                  </a:moveTo>
                  <a:lnTo>
                    <a:pt x="2308641" y="0"/>
                  </a:lnTo>
                  <a:lnTo>
                    <a:pt x="2308641" y="6857999"/>
                  </a:lnTo>
                  <a:lnTo>
                    <a:pt x="629671" y="6857999"/>
                  </a:lnTo>
                  <a:lnTo>
                    <a:pt x="534562" y="6597467"/>
                  </a:lnTo>
                  <a:cubicBezTo>
                    <a:pt x="73950" y="5297546"/>
                    <a:pt x="-70360" y="4283247"/>
                    <a:pt x="30552" y="2981291"/>
                  </a:cubicBezTo>
                  <a:cubicBezTo>
                    <a:pt x="505020" y="1253583"/>
                    <a:pt x="1372741" y="501570"/>
                    <a:pt x="1977387" y="0"/>
                  </a:cubicBezTo>
                  <a:close/>
                </a:path>
              </a:pathLst>
            </a:custGeom>
            <a:solidFill>
              <a:srgbClr val="531C4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7" name="Text Placeholder 12"/>
          <p:cNvSpPr>
            <a:spLocks noGrp="1"/>
          </p:cNvSpPr>
          <p:nvPr>
            <p:ph type="body" sz="quarter" idx="11" hasCustomPrompt="1"/>
          </p:nvPr>
        </p:nvSpPr>
        <p:spPr>
          <a:xfrm>
            <a:off x="2932329" y="2681288"/>
            <a:ext cx="5376268" cy="59372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3200" b="1" i="0" spc="-100" baseline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pPr lvl="0"/>
            <a:r>
              <a:rPr lang="en-US" dirty="0"/>
              <a:t>Headline goes here</a:t>
            </a:r>
          </a:p>
        </p:txBody>
      </p:sp>
      <p:sp>
        <p:nvSpPr>
          <p:cNvPr id="18" name="Text Placeholder 12"/>
          <p:cNvSpPr>
            <a:spLocks noGrp="1"/>
          </p:cNvSpPr>
          <p:nvPr>
            <p:ph type="body" sz="quarter" idx="12" hasCustomPrompt="1"/>
          </p:nvPr>
        </p:nvSpPr>
        <p:spPr>
          <a:xfrm>
            <a:off x="2932328" y="3175429"/>
            <a:ext cx="5376269" cy="59372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2000" b="0" i="0" spc="-50" baseline="0">
                <a:solidFill>
                  <a:srgbClr val="BAA360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pPr lvl="0"/>
            <a:r>
              <a:rPr lang="en-US" dirty="0"/>
              <a:t>Sub headline goes here</a:t>
            </a:r>
          </a:p>
        </p:txBody>
      </p:sp>
      <p:sp>
        <p:nvSpPr>
          <p:cNvPr id="19" name="Text Placeholder 12"/>
          <p:cNvSpPr>
            <a:spLocks noGrp="1"/>
          </p:cNvSpPr>
          <p:nvPr>
            <p:ph type="body" sz="quarter" idx="13" hasCustomPrompt="1"/>
          </p:nvPr>
        </p:nvSpPr>
        <p:spPr>
          <a:xfrm>
            <a:off x="2909833" y="4769643"/>
            <a:ext cx="5488572" cy="59372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 b="0" i="0" spc="-30" baseline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pPr lvl="0"/>
            <a:r>
              <a:rPr lang="en-US" dirty="0"/>
              <a:t>Further contact information</a:t>
            </a:r>
          </a:p>
          <a:p>
            <a:pPr lvl="0"/>
            <a:r>
              <a:rPr lang="en-US" dirty="0"/>
              <a:t>Time and Date etc.</a:t>
            </a:r>
          </a:p>
        </p:txBody>
      </p:sp>
    </p:spTree>
    <p:extLst>
      <p:ext uri="{BB962C8B-B14F-4D97-AF65-F5344CB8AC3E}">
        <p14:creationId xmlns:p14="http://schemas.microsoft.com/office/powerpoint/2010/main" val="186539517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no image 2">
    <p:bg>
      <p:bgPr>
        <a:solidFill>
          <a:srgbClr val="3D00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7234" y="6242208"/>
            <a:ext cx="997114" cy="152170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7236" y="381460"/>
            <a:ext cx="1344797" cy="743147"/>
          </a:xfrm>
          <a:prstGeom prst="rect">
            <a:avLst/>
          </a:prstGeom>
        </p:spPr>
      </p:pic>
      <p:sp>
        <p:nvSpPr>
          <p:cNvPr id="10" name="TextBox 9"/>
          <p:cNvSpPr txBox="1">
            <a:spLocks/>
          </p:cNvSpPr>
          <p:nvPr userDrawn="1"/>
        </p:nvSpPr>
        <p:spPr>
          <a:xfrm rot="19740735" flipH="1">
            <a:off x="6452756" y="374205"/>
            <a:ext cx="3212460" cy="1920108"/>
          </a:xfrm>
          <a:custGeom>
            <a:avLst/>
            <a:gdLst>
              <a:gd name="connsiteX0" fmla="*/ 0 w 3212460"/>
              <a:gd name="connsiteY0" fmla="*/ 368316 h 1920108"/>
              <a:gd name="connsiteX1" fmla="*/ 613277 w 3212460"/>
              <a:gd name="connsiteY1" fmla="*/ 0 h 1920108"/>
              <a:gd name="connsiteX2" fmla="*/ 815519 w 3212460"/>
              <a:gd name="connsiteY2" fmla="*/ 72065 h 1920108"/>
              <a:gd name="connsiteX3" fmla="*/ 3156027 w 3212460"/>
              <a:gd name="connsiteY3" fmla="*/ 1843776 h 1920108"/>
              <a:gd name="connsiteX4" fmla="*/ 3212460 w 3212460"/>
              <a:gd name="connsiteY4" fmla="*/ 1920108 h 1920108"/>
              <a:gd name="connsiteX5" fmla="*/ 3017940 w 3212460"/>
              <a:gd name="connsiteY5" fmla="*/ 1735571 h 1920108"/>
              <a:gd name="connsiteX6" fmla="*/ 56031 w 3212460"/>
              <a:gd name="connsiteY6" fmla="*/ 374148 h 1920108"/>
              <a:gd name="connsiteX0" fmla="*/ 0 w 3212460"/>
              <a:gd name="connsiteY0" fmla="*/ 368316 h 1920108"/>
              <a:gd name="connsiteX1" fmla="*/ 613277 w 3212460"/>
              <a:gd name="connsiteY1" fmla="*/ 0 h 1920108"/>
              <a:gd name="connsiteX2" fmla="*/ 815519 w 3212460"/>
              <a:gd name="connsiteY2" fmla="*/ 72065 h 1920108"/>
              <a:gd name="connsiteX3" fmla="*/ 3156027 w 3212460"/>
              <a:gd name="connsiteY3" fmla="*/ 1843776 h 1920108"/>
              <a:gd name="connsiteX4" fmla="*/ 3212460 w 3212460"/>
              <a:gd name="connsiteY4" fmla="*/ 1920108 h 1920108"/>
              <a:gd name="connsiteX5" fmla="*/ 3003783 w 3212460"/>
              <a:gd name="connsiteY5" fmla="*/ 1736666 h 1920108"/>
              <a:gd name="connsiteX6" fmla="*/ 56031 w 3212460"/>
              <a:gd name="connsiteY6" fmla="*/ 374148 h 1920108"/>
              <a:gd name="connsiteX7" fmla="*/ 0 w 3212460"/>
              <a:gd name="connsiteY7" fmla="*/ 368316 h 19201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212460" h="1920108">
                <a:moveTo>
                  <a:pt x="0" y="368316"/>
                </a:moveTo>
                <a:lnTo>
                  <a:pt x="613277" y="0"/>
                </a:lnTo>
                <a:lnTo>
                  <a:pt x="815519" y="72065"/>
                </a:lnTo>
                <a:cubicBezTo>
                  <a:pt x="1739867" y="437366"/>
                  <a:pt x="2527752" y="1040228"/>
                  <a:pt x="3156027" y="1843776"/>
                </a:cubicBezTo>
                <a:lnTo>
                  <a:pt x="3212460" y="1920108"/>
                </a:lnTo>
                <a:cubicBezTo>
                  <a:pt x="3147620" y="1858596"/>
                  <a:pt x="3068623" y="1798178"/>
                  <a:pt x="3003783" y="1736666"/>
                </a:cubicBezTo>
                <a:cubicBezTo>
                  <a:pt x="2178374" y="997003"/>
                  <a:pt x="1193572" y="525963"/>
                  <a:pt x="56031" y="374148"/>
                </a:cubicBezTo>
                <a:lnTo>
                  <a:pt x="0" y="368316"/>
                </a:lnTo>
                <a:close/>
              </a:path>
            </a:pathLst>
          </a:custGeom>
          <a:solidFill>
            <a:srgbClr val="BAA360"/>
          </a:solidFill>
        </p:spPr>
        <p:txBody>
          <a:bodyPr vert="horz" wrap="square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12" name="TextBox 11"/>
          <p:cNvSpPr txBox="1">
            <a:spLocks/>
          </p:cNvSpPr>
          <p:nvPr userDrawn="1"/>
        </p:nvSpPr>
        <p:spPr>
          <a:xfrm rot="19740735" flipH="1">
            <a:off x="6335027" y="3217353"/>
            <a:ext cx="1912084" cy="3631362"/>
          </a:xfrm>
          <a:custGeom>
            <a:avLst/>
            <a:gdLst>
              <a:gd name="connsiteX0" fmla="*/ 0 w 1912084"/>
              <a:gd name="connsiteY0" fmla="*/ 0 h 3631362"/>
              <a:gd name="connsiteX1" fmla="*/ 47861 w 1912084"/>
              <a:gd name="connsiteY1" fmla="*/ 45405 h 3631362"/>
              <a:gd name="connsiteX2" fmla="*/ 1889805 w 1912084"/>
              <a:gd name="connsiteY2" fmla="*/ 3291102 h 3631362"/>
              <a:gd name="connsiteX3" fmla="*/ 1912084 w 1912084"/>
              <a:gd name="connsiteY3" fmla="*/ 3370304 h 3631362"/>
              <a:gd name="connsiteX4" fmla="*/ 1477400 w 1912084"/>
              <a:gd name="connsiteY4" fmla="*/ 3631362 h 3631362"/>
              <a:gd name="connsiteX5" fmla="*/ 1472304 w 1912084"/>
              <a:gd name="connsiteY5" fmla="*/ 3599174 h 3631362"/>
              <a:gd name="connsiteX6" fmla="*/ 147049 w 1912084"/>
              <a:gd name="connsiteY6" fmla="*/ 198900 h 3631362"/>
              <a:gd name="connsiteX0" fmla="*/ 0 w 1912084"/>
              <a:gd name="connsiteY0" fmla="*/ 0 h 3631362"/>
              <a:gd name="connsiteX1" fmla="*/ 47861 w 1912084"/>
              <a:gd name="connsiteY1" fmla="*/ 45405 h 3631362"/>
              <a:gd name="connsiteX2" fmla="*/ 1889805 w 1912084"/>
              <a:gd name="connsiteY2" fmla="*/ 3291102 h 3631362"/>
              <a:gd name="connsiteX3" fmla="*/ 1912084 w 1912084"/>
              <a:gd name="connsiteY3" fmla="*/ 3370304 h 3631362"/>
              <a:gd name="connsiteX4" fmla="*/ 1477400 w 1912084"/>
              <a:gd name="connsiteY4" fmla="*/ 3631362 h 3631362"/>
              <a:gd name="connsiteX5" fmla="*/ 1472304 w 1912084"/>
              <a:gd name="connsiteY5" fmla="*/ 3599174 h 3631362"/>
              <a:gd name="connsiteX6" fmla="*/ 137249 w 1912084"/>
              <a:gd name="connsiteY6" fmla="*/ 201083 h 3631362"/>
              <a:gd name="connsiteX7" fmla="*/ 0 w 1912084"/>
              <a:gd name="connsiteY7" fmla="*/ 0 h 3631362"/>
              <a:gd name="connsiteX0" fmla="*/ 0 w 1912084"/>
              <a:gd name="connsiteY0" fmla="*/ 0 h 3631362"/>
              <a:gd name="connsiteX1" fmla="*/ 47861 w 1912084"/>
              <a:gd name="connsiteY1" fmla="*/ 45405 h 3631362"/>
              <a:gd name="connsiteX2" fmla="*/ 1889805 w 1912084"/>
              <a:gd name="connsiteY2" fmla="*/ 3291102 h 3631362"/>
              <a:gd name="connsiteX3" fmla="*/ 1912084 w 1912084"/>
              <a:gd name="connsiteY3" fmla="*/ 3370304 h 3631362"/>
              <a:gd name="connsiteX4" fmla="*/ 1477400 w 1912084"/>
              <a:gd name="connsiteY4" fmla="*/ 3631362 h 3631362"/>
              <a:gd name="connsiteX5" fmla="*/ 1472304 w 1912084"/>
              <a:gd name="connsiteY5" fmla="*/ 3599174 h 3631362"/>
              <a:gd name="connsiteX6" fmla="*/ 137249 w 1912084"/>
              <a:gd name="connsiteY6" fmla="*/ 201083 h 3631362"/>
              <a:gd name="connsiteX7" fmla="*/ 0 w 1912084"/>
              <a:gd name="connsiteY7" fmla="*/ 0 h 36313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912084" h="3631362">
                <a:moveTo>
                  <a:pt x="0" y="0"/>
                </a:moveTo>
                <a:lnTo>
                  <a:pt x="47861" y="45405"/>
                </a:lnTo>
                <a:cubicBezTo>
                  <a:pt x="862909" y="863313"/>
                  <a:pt x="1489673" y="1962910"/>
                  <a:pt x="1889805" y="3291102"/>
                </a:cubicBezTo>
                <a:lnTo>
                  <a:pt x="1912084" y="3370304"/>
                </a:lnTo>
                <a:lnTo>
                  <a:pt x="1477400" y="3631362"/>
                </a:lnTo>
                <a:lnTo>
                  <a:pt x="1472304" y="3599174"/>
                </a:lnTo>
                <a:cubicBezTo>
                  <a:pt x="1240507" y="2266284"/>
                  <a:pt x="792240" y="1178216"/>
                  <a:pt x="137249" y="201083"/>
                </a:cubicBezTo>
                <a:cubicBezTo>
                  <a:pt x="88233" y="134783"/>
                  <a:pt x="49016" y="66300"/>
                  <a:pt x="0" y="0"/>
                </a:cubicBezTo>
                <a:close/>
              </a:path>
            </a:pathLst>
          </a:custGeom>
          <a:solidFill>
            <a:srgbClr val="8B7A39"/>
          </a:solidFill>
        </p:spPr>
        <p:txBody>
          <a:bodyPr vert="horz" wrap="square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20" name="Freeform 19"/>
          <p:cNvSpPr/>
          <p:nvPr userDrawn="1"/>
        </p:nvSpPr>
        <p:spPr>
          <a:xfrm>
            <a:off x="7143369" y="2"/>
            <a:ext cx="2308641" cy="6857999"/>
          </a:xfrm>
          <a:custGeom>
            <a:avLst/>
            <a:gdLst>
              <a:gd name="connsiteX0" fmla="*/ 1977387 w 2308641"/>
              <a:gd name="connsiteY0" fmla="*/ 0 h 6857999"/>
              <a:gd name="connsiteX1" fmla="*/ 2308641 w 2308641"/>
              <a:gd name="connsiteY1" fmla="*/ 0 h 6857999"/>
              <a:gd name="connsiteX2" fmla="*/ 2308641 w 2308641"/>
              <a:gd name="connsiteY2" fmla="*/ 6857999 h 6857999"/>
              <a:gd name="connsiteX3" fmla="*/ 629671 w 2308641"/>
              <a:gd name="connsiteY3" fmla="*/ 6857999 h 6857999"/>
              <a:gd name="connsiteX4" fmla="*/ 534562 w 2308641"/>
              <a:gd name="connsiteY4" fmla="*/ 6597467 h 6857999"/>
              <a:gd name="connsiteX5" fmla="*/ 30552 w 2308641"/>
              <a:gd name="connsiteY5" fmla="*/ 2981291 h 6857999"/>
              <a:gd name="connsiteX6" fmla="*/ 1977387 w 2308641"/>
              <a:gd name="connsiteY6" fmla="*/ 0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308641" h="6857999">
                <a:moveTo>
                  <a:pt x="1977387" y="0"/>
                </a:moveTo>
                <a:lnTo>
                  <a:pt x="2308641" y="0"/>
                </a:lnTo>
                <a:lnTo>
                  <a:pt x="2308641" y="6857999"/>
                </a:lnTo>
                <a:lnTo>
                  <a:pt x="629671" y="6857999"/>
                </a:lnTo>
                <a:lnTo>
                  <a:pt x="534562" y="6597467"/>
                </a:lnTo>
                <a:cubicBezTo>
                  <a:pt x="73950" y="5297546"/>
                  <a:pt x="-70360" y="4283247"/>
                  <a:pt x="30552" y="2981291"/>
                </a:cubicBezTo>
                <a:cubicBezTo>
                  <a:pt x="505020" y="1253583"/>
                  <a:pt x="1372741" y="501570"/>
                  <a:pt x="1977387" y="0"/>
                </a:cubicBezTo>
                <a:close/>
              </a:path>
            </a:pathLst>
          </a:custGeom>
          <a:solidFill>
            <a:srgbClr val="531C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 Placeholder 12"/>
          <p:cNvSpPr>
            <a:spLocks noGrp="1"/>
          </p:cNvSpPr>
          <p:nvPr>
            <p:ph type="body" sz="quarter" idx="11" hasCustomPrompt="1"/>
          </p:nvPr>
        </p:nvSpPr>
        <p:spPr>
          <a:xfrm>
            <a:off x="697237" y="2681288"/>
            <a:ext cx="5182466" cy="59372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3200" b="1" i="0" spc="-100" baseline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pPr lvl="0"/>
            <a:r>
              <a:rPr lang="en-US" dirty="0"/>
              <a:t>Headline goes here</a:t>
            </a:r>
          </a:p>
        </p:txBody>
      </p:sp>
      <p:sp>
        <p:nvSpPr>
          <p:cNvPr id="22" name="Text Placeholder 12"/>
          <p:cNvSpPr>
            <a:spLocks noGrp="1"/>
          </p:cNvSpPr>
          <p:nvPr>
            <p:ph type="body" sz="quarter" idx="12" hasCustomPrompt="1"/>
          </p:nvPr>
        </p:nvSpPr>
        <p:spPr>
          <a:xfrm>
            <a:off x="697236" y="3184483"/>
            <a:ext cx="5182467" cy="59372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2000" b="0" i="0" spc="-50" baseline="0">
                <a:solidFill>
                  <a:srgbClr val="BAA360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pPr lvl="0"/>
            <a:r>
              <a:rPr lang="en-US" dirty="0"/>
              <a:t>Sub headline goes here</a:t>
            </a:r>
          </a:p>
        </p:txBody>
      </p:sp>
      <p:sp>
        <p:nvSpPr>
          <p:cNvPr id="23" name="Text Placeholder 12"/>
          <p:cNvSpPr>
            <a:spLocks noGrp="1"/>
          </p:cNvSpPr>
          <p:nvPr>
            <p:ph type="body" sz="quarter" idx="13" hasCustomPrompt="1"/>
          </p:nvPr>
        </p:nvSpPr>
        <p:spPr>
          <a:xfrm>
            <a:off x="697237" y="4769643"/>
            <a:ext cx="5182466" cy="59372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 b="0" i="0" spc="-30" baseline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pPr lvl="0"/>
            <a:r>
              <a:rPr lang="en-US" dirty="0"/>
              <a:t>Further contact information</a:t>
            </a:r>
          </a:p>
          <a:p>
            <a:pPr lvl="0"/>
            <a:r>
              <a:rPr lang="en-US" dirty="0"/>
              <a:t>Time and Date etc.</a:t>
            </a:r>
          </a:p>
        </p:txBody>
      </p:sp>
    </p:spTree>
    <p:extLst>
      <p:ext uri="{BB962C8B-B14F-4D97-AF65-F5344CB8AC3E}">
        <p14:creationId xmlns:p14="http://schemas.microsoft.com/office/powerpoint/2010/main" val="144900509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no image 3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2"/>
          <p:cNvSpPr>
            <a:spLocks noGrp="1"/>
          </p:cNvSpPr>
          <p:nvPr>
            <p:ph type="body" sz="quarter" idx="11" hasCustomPrompt="1"/>
          </p:nvPr>
        </p:nvSpPr>
        <p:spPr>
          <a:xfrm>
            <a:off x="2913077" y="2681288"/>
            <a:ext cx="5376268" cy="59372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3200" b="1" i="0" spc="-100" baseline="0">
                <a:solidFill>
                  <a:srgbClr val="3D0029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pPr lvl="0"/>
            <a:r>
              <a:rPr lang="en-US" dirty="0"/>
              <a:t>Headline goes here</a:t>
            </a:r>
          </a:p>
        </p:txBody>
      </p:sp>
      <p:sp>
        <p:nvSpPr>
          <p:cNvPr id="12" name="Text Placeholder 12"/>
          <p:cNvSpPr>
            <a:spLocks noGrp="1"/>
          </p:cNvSpPr>
          <p:nvPr>
            <p:ph type="body" sz="quarter" idx="12" hasCustomPrompt="1"/>
          </p:nvPr>
        </p:nvSpPr>
        <p:spPr>
          <a:xfrm>
            <a:off x="2913076" y="3175429"/>
            <a:ext cx="5376269" cy="59372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2000" b="0" i="0" spc="-50" baseline="0">
                <a:solidFill>
                  <a:srgbClr val="BAA360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pPr lvl="0"/>
            <a:r>
              <a:rPr lang="en-US" dirty="0"/>
              <a:t>Sub headline goes here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3" hasCustomPrompt="1"/>
          </p:nvPr>
        </p:nvSpPr>
        <p:spPr>
          <a:xfrm>
            <a:off x="2890581" y="4769643"/>
            <a:ext cx="5488572" cy="59372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 b="0" i="0" spc="-30"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pPr lvl="0"/>
            <a:r>
              <a:rPr lang="en-US" dirty="0"/>
              <a:t>Further contact information</a:t>
            </a:r>
          </a:p>
          <a:p>
            <a:pPr lvl="0"/>
            <a:r>
              <a:rPr lang="en-US" dirty="0"/>
              <a:t>Time and Date etc.</a:t>
            </a:r>
          </a:p>
        </p:txBody>
      </p:sp>
      <p:pic>
        <p:nvPicPr>
          <p:cNvPr id="26" name="Picture 25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40303" y="6242208"/>
            <a:ext cx="997114" cy="152170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54068" y="381459"/>
            <a:ext cx="1344795" cy="743147"/>
          </a:xfrm>
          <a:prstGeom prst="rect">
            <a:avLst/>
          </a:prstGeom>
        </p:spPr>
      </p:pic>
      <p:sp>
        <p:nvSpPr>
          <p:cNvPr id="15" name="TextBox 14"/>
          <p:cNvSpPr txBox="1">
            <a:spLocks/>
          </p:cNvSpPr>
          <p:nvPr userDrawn="1"/>
        </p:nvSpPr>
        <p:spPr>
          <a:xfrm rot="1859265">
            <a:off x="-564428" y="374205"/>
            <a:ext cx="3212460" cy="1920108"/>
          </a:xfrm>
          <a:custGeom>
            <a:avLst/>
            <a:gdLst>
              <a:gd name="connsiteX0" fmla="*/ 0 w 3212460"/>
              <a:gd name="connsiteY0" fmla="*/ 368316 h 1920108"/>
              <a:gd name="connsiteX1" fmla="*/ 613277 w 3212460"/>
              <a:gd name="connsiteY1" fmla="*/ 0 h 1920108"/>
              <a:gd name="connsiteX2" fmla="*/ 815519 w 3212460"/>
              <a:gd name="connsiteY2" fmla="*/ 72065 h 1920108"/>
              <a:gd name="connsiteX3" fmla="*/ 3156027 w 3212460"/>
              <a:gd name="connsiteY3" fmla="*/ 1843776 h 1920108"/>
              <a:gd name="connsiteX4" fmla="*/ 3212460 w 3212460"/>
              <a:gd name="connsiteY4" fmla="*/ 1920108 h 1920108"/>
              <a:gd name="connsiteX5" fmla="*/ 3017940 w 3212460"/>
              <a:gd name="connsiteY5" fmla="*/ 1735571 h 1920108"/>
              <a:gd name="connsiteX6" fmla="*/ 56031 w 3212460"/>
              <a:gd name="connsiteY6" fmla="*/ 374148 h 1920108"/>
              <a:gd name="connsiteX0" fmla="*/ 0 w 3212460"/>
              <a:gd name="connsiteY0" fmla="*/ 368316 h 1920108"/>
              <a:gd name="connsiteX1" fmla="*/ 613277 w 3212460"/>
              <a:gd name="connsiteY1" fmla="*/ 0 h 1920108"/>
              <a:gd name="connsiteX2" fmla="*/ 815519 w 3212460"/>
              <a:gd name="connsiteY2" fmla="*/ 72065 h 1920108"/>
              <a:gd name="connsiteX3" fmla="*/ 3156027 w 3212460"/>
              <a:gd name="connsiteY3" fmla="*/ 1843776 h 1920108"/>
              <a:gd name="connsiteX4" fmla="*/ 3212460 w 3212460"/>
              <a:gd name="connsiteY4" fmla="*/ 1920108 h 1920108"/>
              <a:gd name="connsiteX5" fmla="*/ 3003783 w 3212460"/>
              <a:gd name="connsiteY5" fmla="*/ 1736666 h 1920108"/>
              <a:gd name="connsiteX6" fmla="*/ 56031 w 3212460"/>
              <a:gd name="connsiteY6" fmla="*/ 374148 h 1920108"/>
              <a:gd name="connsiteX7" fmla="*/ 0 w 3212460"/>
              <a:gd name="connsiteY7" fmla="*/ 368316 h 19201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212460" h="1920108">
                <a:moveTo>
                  <a:pt x="0" y="368316"/>
                </a:moveTo>
                <a:lnTo>
                  <a:pt x="613277" y="0"/>
                </a:lnTo>
                <a:lnTo>
                  <a:pt x="815519" y="72065"/>
                </a:lnTo>
                <a:cubicBezTo>
                  <a:pt x="1739867" y="437366"/>
                  <a:pt x="2527752" y="1040228"/>
                  <a:pt x="3156027" y="1843776"/>
                </a:cubicBezTo>
                <a:lnTo>
                  <a:pt x="3212460" y="1920108"/>
                </a:lnTo>
                <a:cubicBezTo>
                  <a:pt x="3147620" y="1858596"/>
                  <a:pt x="3068623" y="1798178"/>
                  <a:pt x="3003783" y="1736666"/>
                </a:cubicBezTo>
                <a:cubicBezTo>
                  <a:pt x="2178374" y="997003"/>
                  <a:pt x="1193572" y="525963"/>
                  <a:pt x="56031" y="374148"/>
                </a:cubicBezTo>
                <a:lnTo>
                  <a:pt x="0" y="368316"/>
                </a:lnTo>
                <a:close/>
              </a:path>
            </a:pathLst>
          </a:custGeom>
          <a:solidFill>
            <a:srgbClr val="BAA360"/>
          </a:solidFill>
        </p:spPr>
        <p:txBody>
          <a:bodyPr vert="horz" wrap="square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16" name="TextBox 15"/>
          <p:cNvSpPr txBox="1">
            <a:spLocks/>
          </p:cNvSpPr>
          <p:nvPr userDrawn="1"/>
        </p:nvSpPr>
        <p:spPr>
          <a:xfrm rot="1859265">
            <a:off x="853677" y="3217353"/>
            <a:ext cx="1912084" cy="3631362"/>
          </a:xfrm>
          <a:custGeom>
            <a:avLst/>
            <a:gdLst>
              <a:gd name="connsiteX0" fmla="*/ 0 w 1912084"/>
              <a:gd name="connsiteY0" fmla="*/ 0 h 3631362"/>
              <a:gd name="connsiteX1" fmla="*/ 47861 w 1912084"/>
              <a:gd name="connsiteY1" fmla="*/ 45405 h 3631362"/>
              <a:gd name="connsiteX2" fmla="*/ 1889805 w 1912084"/>
              <a:gd name="connsiteY2" fmla="*/ 3291102 h 3631362"/>
              <a:gd name="connsiteX3" fmla="*/ 1912084 w 1912084"/>
              <a:gd name="connsiteY3" fmla="*/ 3370304 h 3631362"/>
              <a:gd name="connsiteX4" fmla="*/ 1477400 w 1912084"/>
              <a:gd name="connsiteY4" fmla="*/ 3631362 h 3631362"/>
              <a:gd name="connsiteX5" fmla="*/ 1472304 w 1912084"/>
              <a:gd name="connsiteY5" fmla="*/ 3599174 h 3631362"/>
              <a:gd name="connsiteX6" fmla="*/ 147049 w 1912084"/>
              <a:gd name="connsiteY6" fmla="*/ 198900 h 3631362"/>
              <a:gd name="connsiteX0" fmla="*/ 0 w 1912084"/>
              <a:gd name="connsiteY0" fmla="*/ 0 h 3631362"/>
              <a:gd name="connsiteX1" fmla="*/ 47861 w 1912084"/>
              <a:gd name="connsiteY1" fmla="*/ 45405 h 3631362"/>
              <a:gd name="connsiteX2" fmla="*/ 1889805 w 1912084"/>
              <a:gd name="connsiteY2" fmla="*/ 3291102 h 3631362"/>
              <a:gd name="connsiteX3" fmla="*/ 1912084 w 1912084"/>
              <a:gd name="connsiteY3" fmla="*/ 3370304 h 3631362"/>
              <a:gd name="connsiteX4" fmla="*/ 1477400 w 1912084"/>
              <a:gd name="connsiteY4" fmla="*/ 3631362 h 3631362"/>
              <a:gd name="connsiteX5" fmla="*/ 1472304 w 1912084"/>
              <a:gd name="connsiteY5" fmla="*/ 3599174 h 3631362"/>
              <a:gd name="connsiteX6" fmla="*/ 137249 w 1912084"/>
              <a:gd name="connsiteY6" fmla="*/ 201083 h 3631362"/>
              <a:gd name="connsiteX7" fmla="*/ 0 w 1912084"/>
              <a:gd name="connsiteY7" fmla="*/ 0 h 3631362"/>
              <a:gd name="connsiteX0" fmla="*/ 0 w 1912084"/>
              <a:gd name="connsiteY0" fmla="*/ 0 h 3631362"/>
              <a:gd name="connsiteX1" fmla="*/ 47861 w 1912084"/>
              <a:gd name="connsiteY1" fmla="*/ 45405 h 3631362"/>
              <a:gd name="connsiteX2" fmla="*/ 1889805 w 1912084"/>
              <a:gd name="connsiteY2" fmla="*/ 3291102 h 3631362"/>
              <a:gd name="connsiteX3" fmla="*/ 1912084 w 1912084"/>
              <a:gd name="connsiteY3" fmla="*/ 3370304 h 3631362"/>
              <a:gd name="connsiteX4" fmla="*/ 1477400 w 1912084"/>
              <a:gd name="connsiteY4" fmla="*/ 3631362 h 3631362"/>
              <a:gd name="connsiteX5" fmla="*/ 1472304 w 1912084"/>
              <a:gd name="connsiteY5" fmla="*/ 3599174 h 3631362"/>
              <a:gd name="connsiteX6" fmla="*/ 137249 w 1912084"/>
              <a:gd name="connsiteY6" fmla="*/ 201083 h 3631362"/>
              <a:gd name="connsiteX7" fmla="*/ 0 w 1912084"/>
              <a:gd name="connsiteY7" fmla="*/ 0 h 36313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912084" h="3631362">
                <a:moveTo>
                  <a:pt x="0" y="0"/>
                </a:moveTo>
                <a:lnTo>
                  <a:pt x="47861" y="45405"/>
                </a:lnTo>
                <a:cubicBezTo>
                  <a:pt x="862909" y="863313"/>
                  <a:pt x="1489673" y="1962910"/>
                  <a:pt x="1889805" y="3291102"/>
                </a:cubicBezTo>
                <a:lnTo>
                  <a:pt x="1912084" y="3370304"/>
                </a:lnTo>
                <a:lnTo>
                  <a:pt x="1477400" y="3631362"/>
                </a:lnTo>
                <a:lnTo>
                  <a:pt x="1472304" y="3599174"/>
                </a:lnTo>
                <a:cubicBezTo>
                  <a:pt x="1240507" y="2266284"/>
                  <a:pt x="792240" y="1178216"/>
                  <a:pt x="137249" y="201083"/>
                </a:cubicBezTo>
                <a:cubicBezTo>
                  <a:pt x="88233" y="134783"/>
                  <a:pt x="49016" y="66300"/>
                  <a:pt x="0" y="0"/>
                </a:cubicBezTo>
                <a:close/>
              </a:path>
            </a:pathLst>
          </a:custGeom>
          <a:solidFill>
            <a:srgbClr val="8B7A39"/>
          </a:solidFill>
        </p:spPr>
        <p:txBody>
          <a:bodyPr vert="horz" wrap="square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17" name="Freeform 16"/>
          <p:cNvSpPr/>
          <p:nvPr userDrawn="1"/>
        </p:nvSpPr>
        <p:spPr>
          <a:xfrm flipH="1">
            <a:off x="-351222" y="2"/>
            <a:ext cx="2308641" cy="6857999"/>
          </a:xfrm>
          <a:custGeom>
            <a:avLst/>
            <a:gdLst>
              <a:gd name="connsiteX0" fmla="*/ 1977387 w 2308641"/>
              <a:gd name="connsiteY0" fmla="*/ 0 h 6857999"/>
              <a:gd name="connsiteX1" fmla="*/ 2308641 w 2308641"/>
              <a:gd name="connsiteY1" fmla="*/ 0 h 6857999"/>
              <a:gd name="connsiteX2" fmla="*/ 2308641 w 2308641"/>
              <a:gd name="connsiteY2" fmla="*/ 6857999 h 6857999"/>
              <a:gd name="connsiteX3" fmla="*/ 629671 w 2308641"/>
              <a:gd name="connsiteY3" fmla="*/ 6857999 h 6857999"/>
              <a:gd name="connsiteX4" fmla="*/ 534562 w 2308641"/>
              <a:gd name="connsiteY4" fmla="*/ 6597467 h 6857999"/>
              <a:gd name="connsiteX5" fmla="*/ 30552 w 2308641"/>
              <a:gd name="connsiteY5" fmla="*/ 2981291 h 6857999"/>
              <a:gd name="connsiteX6" fmla="*/ 1977387 w 2308641"/>
              <a:gd name="connsiteY6" fmla="*/ 0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308641" h="6857999">
                <a:moveTo>
                  <a:pt x="1977387" y="0"/>
                </a:moveTo>
                <a:lnTo>
                  <a:pt x="2308641" y="0"/>
                </a:lnTo>
                <a:lnTo>
                  <a:pt x="2308641" y="6857999"/>
                </a:lnTo>
                <a:lnTo>
                  <a:pt x="629671" y="6857999"/>
                </a:lnTo>
                <a:lnTo>
                  <a:pt x="534562" y="6597467"/>
                </a:lnTo>
                <a:cubicBezTo>
                  <a:pt x="73950" y="5297546"/>
                  <a:pt x="-70360" y="4283247"/>
                  <a:pt x="30552" y="2981291"/>
                </a:cubicBezTo>
                <a:cubicBezTo>
                  <a:pt x="505020" y="1253583"/>
                  <a:pt x="1372741" y="501570"/>
                  <a:pt x="1977387" y="0"/>
                </a:cubicBezTo>
                <a:close/>
              </a:path>
            </a:pathLst>
          </a:cu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917208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no image 4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7234" y="6242208"/>
            <a:ext cx="997114" cy="152170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7233" y="381459"/>
            <a:ext cx="1344795" cy="743147"/>
          </a:xfrm>
          <a:prstGeom prst="rect">
            <a:avLst/>
          </a:prstGeom>
        </p:spPr>
      </p:pic>
      <p:sp>
        <p:nvSpPr>
          <p:cNvPr id="16" name="Text Placeholder 12"/>
          <p:cNvSpPr>
            <a:spLocks noGrp="1"/>
          </p:cNvSpPr>
          <p:nvPr>
            <p:ph type="body" sz="quarter" idx="11" hasCustomPrompt="1"/>
          </p:nvPr>
        </p:nvSpPr>
        <p:spPr>
          <a:xfrm>
            <a:off x="697237" y="2681288"/>
            <a:ext cx="5182466" cy="59372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3200" b="1" i="0" spc="-100" baseline="0">
                <a:solidFill>
                  <a:srgbClr val="3D0029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pPr lvl="0"/>
            <a:r>
              <a:rPr lang="en-US" dirty="0"/>
              <a:t>Headline goes here</a:t>
            </a:r>
          </a:p>
        </p:txBody>
      </p:sp>
      <p:sp>
        <p:nvSpPr>
          <p:cNvPr id="17" name="Text Placeholder 12"/>
          <p:cNvSpPr>
            <a:spLocks noGrp="1"/>
          </p:cNvSpPr>
          <p:nvPr>
            <p:ph type="body" sz="quarter" idx="12" hasCustomPrompt="1"/>
          </p:nvPr>
        </p:nvSpPr>
        <p:spPr>
          <a:xfrm>
            <a:off x="697236" y="3184483"/>
            <a:ext cx="5182467" cy="59372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2000" b="0" i="0" spc="-50" baseline="0">
                <a:solidFill>
                  <a:srgbClr val="BAA360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pPr lvl="0"/>
            <a:r>
              <a:rPr lang="en-US" dirty="0"/>
              <a:t>Sub headline goes here</a:t>
            </a:r>
          </a:p>
        </p:txBody>
      </p:sp>
      <p:sp>
        <p:nvSpPr>
          <p:cNvPr id="18" name="Text Placeholder 12"/>
          <p:cNvSpPr>
            <a:spLocks noGrp="1"/>
          </p:cNvSpPr>
          <p:nvPr>
            <p:ph type="body" sz="quarter" idx="13" hasCustomPrompt="1"/>
          </p:nvPr>
        </p:nvSpPr>
        <p:spPr>
          <a:xfrm>
            <a:off x="697237" y="4769643"/>
            <a:ext cx="5182466" cy="59372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 b="0" i="0" spc="-30"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pPr lvl="0"/>
            <a:r>
              <a:rPr lang="en-US" dirty="0"/>
              <a:t>Further contact information</a:t>
            </a:r>
          </a:p>
          <a:p>
            <a:pPr lvl="0"/>
            <a:r>
              <a:rPr lang="en-US" dirty="0"/>
              <a:t>Time and Date etc.</a:t>
            </a:r>
          </a:p>
        </p:txBody>
      </p:sp>
      <p:sp>
        <p:nvSpPr>
          <p:cNvPr id="11" name="TextBox 10"/>
          <p:cNvSpPr txBox="1">
            <a:spLocks/>
          </p:cNvSpPr>
          <p:nvPr userDrawn="1"/>
        </p:nvSpPr>
        <p:spPr>
          <a:xfrm rot="19740735" flipH="1">
            <a:off x="6472005" y="374205"/>
            <a:ext cx="3212460" cy="1920108"/>
          </a:xfrm>
          <a:custGeom>
            <a:avLst/>
            <a:gdLst>
              <a:gd name="connsiteX0" fmla="*/ 0 w 3212460"/>
              <a:gd name="connsiteY0" fmla="*/ 368316 h 1920108"/>
              <a:gd name="connsiteX1" fmla="*/ 613277 w 3212460"/>
              <a:gd name="connsiteY1" fmla="*/ 0 h 1920108"/>
              <a:gd name="connsiteX2" fmla="*/ 815519 w 3212460"/>
              <a:gd name="connsiteY2" fmla="*/ 72065 h 1920108"/>
              <a:gd name="connsiteX3" fmla="*/ 3156027 w 3212460"/>
              <a:gd name="connsiteY3" fmla="*/ 1843776 h 1920108"/>
              <a:gd name="connsiteX4" fmla="*/ 3212460 w 3212460"/>
              <a:gd name="connsiteY4" fmla="*/ 1920108 h 1920108"/>
              <a:gd name="connsiteX5" fmla="*/ 3017940 w 3212460"/>
              <a:gd name="connsiteY5" fmla="*/ 1735571 h 1920108"/>
              <a:gd name="connsiteX6" fmla="*/ 56031 w 3212460"/>
              <a:gd name="connsiteY6" fmla="*/ 374148 h 1920108"/>
              <a:gd name="connsiteX0" fmla="*/ 0 w 3212460"/>
              <a:gd name="connsiteY0" fmla="*/ 368316 h 1920108"/>
              <a:gd name="connsiteX1" fmla="*/ 613277 w 3212460"/>
              <a:gd name="connsiteY1" fmla="*/ 0 h 1920108"/>
              <a:gd name="connsiteX2" fmla="*/ 815519 w 3212460"/>
              <a:gd name="connsiteY2" fmla="*/ 72065 h 1920108"/>
              <a:gd name="connsiteX3" fmla="*/ 3156027 w 3212460"/>
              <a:gd name="connsiteY3" fmla="*/ 1843776 h 1920108"/>
              <a:gd name="connsiteX4" fmla="*/ 3212460 w 3212460"/>
              <a:gd name="connsiteY4" fmla="*/ 1920108 h 1920108"/>
              <a:gd name="connsiteX5" fmla="*/ 3003783 w 3212460"/>
              <a:gd name="connsiteY5" fmla="*/ 1736666 h 1920108"/>
              <a:gd name="connsiteX6" fmla="*/ 56031 w 3212460"/>
              <a:gd name="connsiteY6" fmla="*/ 374148 h 1920108"/>
              <a:gd name="connsiteX7" fmla="*/ 0 w 3212460"/>
              <a:gd name="connsiteY7" fmla="*/ 368316 h 19201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212460" h="1920108">
                <a:moveTo>
                  <a:pt x="0" y="368316"/>
                </a:moveTo>
                <a:lnTo>
                  <a:pt x="613277" y="0"/>
                </a:lnTo>
                <a:lnTo>
                  <a:pt x="815519" y="72065"/>
                </a:lnTo>
                <a:cubicBezTo>
                  <a:pt x="1739867" y="437366"/>
                  <a:pt x="2527752" y="1040228"/>
                  <a:pt x="3156027" y="1843776"/>
                </a:cubicBezTo>
                <a:lnTo>
                  <a:pt x="3212460" y="1920108"/>
                </a:lnTo>
                <a:cubicBezTo>
                  <a:pt x="3147620" y="1858596"/>
                  <a:pt x="3068623" y="1798178"/>
                  <a:pt x="3003783" y="1736666"/>
                </a:cubicBezTo>
                <a:cubicBezTo>
                  <a:pt x="2178374" y="997003"/>
                  <a:pt x="1193572" y="525963"/>
                  <a:pt x="56031" y="374148"/>
                </a:cubicBezTo>
                <a:lnTo>
                  <a:pt x="0" y="368316"/>
                </a:lnTo>
                <a:close/>
              </a:path>
            </a:pathLst>
          </a:custGeom>
          <a:solidFill>
            <a:srgbClr val="BAA360"/>
          </a:solidFill>
        </p:spPr>
        <p:txBody>
          <a:bodyPr vert="horz" wrap="square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12" name="TextBox 11"/>
          <p:cNvSpPr txBox="1">
            <a:spLocks/>
          </p:cNvSpPr>
          <p:nvPr userDrawn="1"/>
        </p:nvSpPr>
        <p:spPr>
          <a:xfrm rot="19740735" flipH="1">
            <a:off x="6354276" y="3217353"/>
            <a:ext cx="1912084" cy="3631362"/>
          </a:xfrm>
          <a:custGeom>
            <a:avLst/>
            <a:gdLst>
              <a:gd name="connsiteX0" fmla="*/ 0 w 1912084"/>
              <a:gd name="connsiteY0" fmla="*/ 0 h 3631362"/>
              <a:gd name="connsiteX1" fmla="*/ 47861 w 1912084"/>
              <a:gd name="connsiteY1" fmla="*/ 45405 h 3631362"/>
              <a:gd name="connsiteX2" fmla="*/ 1889805 w 1912084"/>
              <a:gd name="connsiteY2" fmla="*/ 3291102 h 3631362"/>
              <a:gd name="connsiteX3" fmla="*/ 1912084 w 1912084"/>
              <a:gd name="connsiteY3" fmla="*/ 3370304 h 3631362"/>
              <a:gd name="connsiteX4" fmla="*/ 1477400 w 1912084"/>
              <a:gd name="connsiteY4" fmla="*/ 3631362 h 3631362"/>
              <a:gd name="connsiteX5" fmla="*/ 1472304 w 1912084"/>
              <a:gd name="connsiteY5" fmla="*/ 3599174 h 3631362"/>
              <a:gd name="connsiteX6" fmla="*/ 147049 w 1912084"/>
              <a:gd name="connsiteY6" fmla="*/ 198900 h 3631362"/>
              <a:gd name="connsiteX0" fmla="*/ 0 w 1912084"/>
              <a:gd name="connsiteY0" fmla="*/ 0 h 3631362"/>
              <a:gd name="connsiteX1" fmla="*/ 47861 w 1912084"/>
              <a:gd name="connsiteY1" fmla="*/ 45405 h 3631362"/>
              <a:gd name="connsiteX2" fmla="*/ 1889805 w 1912084"/>
              <a:gd name="connsiteY2" fmla="*/ 3291102 h 3631362"/>
              <a:gd name="connsiteX3" fmla="*/ 1912084 w 1912084"/>
              <a:gd name="connsiteY3" fmla="*/ 3370304 h 3631362"/>
              <a:gd name="connsiteX4" fmla="*/ 1477400 w 1912084"/>
              <a:gd name="connsiteY4" fmla="*/ 3631362 h 3631362"/>
              <a:gd name="connsiteX5" fmla="*/ 1472304 w 1912084"/>
              <a:gd name="connsiteY5" fmla="*/ 3599174 h 3631362"/>
              <a:gd name="connsiteX6" fmla="*/ 137249 w 1912084"/>
              <a:gd name="connsiteY6" fmla="*/ 201083 h 3631362"/>
              <a:gd name="connsiteX7" fmla="*/ 0 w 1912084"/>
              <a:gd name="connsiteY7" fmla="*/ 0 h 3631362"/>
              <a:gd name="connsiteX0" fmla="*/ 0 w 1912084"/>
              <a:gd name="connsiteY0" fmla="*/ 0 h 3631362"/>
              <a:gd name="connsiteX1" fmla="*/ 47861 w 1912084"/>
              <a:gd name="connsiteY1" fmla="*/ 45405 h 3631362"/>
              <a:gd name="connsiteX2" fmla="*/ 1889805 w 1912084"/>
              <a:gd name="connsiteY2" fmla="*/ 3291102 h 3631362"/>
              <a:gd name="connsiteX3" fmla="*/ 1912084 w 1912084"/>
              <a:gd name="connsiteY3" fmla="*/ 3370304 h 3631362"/>
              <a:gd name="connsiteX4" fmla="*/ 1477400 w 1912084"/>
              <a:gd name="connsiteY4" fmla="*/ 3631362 h 3631362"/>
              <a:gd name="connsiteX5" fmla="*/ 1472304 w 1912084"/>
              <a:gd name="connsiteY5" fmla="*/ 3599174 h 3631362"/>
              <a:gd name="connsiteX6" fmla="*/ 137249 w 1912084"/>
              <a:gd name="connsiteY6" fmla="*/ 201083 h 3631362"/>
              <a:gd name="connsiteX7" fmla="*/ 0 w 1912084"/>
              <a:gd name="connsiteY7" fmla="*/ 0 h 36313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912084" h="3631362">
                <a:moveTo>
                  <a:pt x="0" y="0"/>
                </a:moveTo>
                <a:lnTo>
                  <a:pt x="47861" y="45405"/>
                </a:lnTo>
                <a:cubicBezTo>
                  <a:pt x="862909" y="863313"/>
                  <a:pt x="1489673" y="1962910"/>
                  <a:pt x="1889805" y="3291102"/>
                </a:cubicBezTo>
                <a:lnTo>
                  <a:pt x="1912084" y="3370304"/>
                </a:lnTo>
                <a:lnTo>
                  <a:pt x="1477400" y="3631362"/>
                </a:lnTo>
                <a:lnTo>
                  <a:pt x="1472304" y="3599174"/>
                </a:lnTo>
                <a:cubicBezTo>
                  <a:pt x="1240507" y="2266284"/>
                  <a:pt x="792240" y="1178216"/>
                  <a:pt x="137249" y="201083"/>
                </a:cubicBezTo>
                <a:cubicBezTo>
                  <a:pt x="88233" y="134783"/>
                  <a:pt x="49016" y="66300"/>
                  <a:pt x="0" y="0"/>
                </a:cubicBezTo>
                <a:close/>
              </a:path>
            </a:pathLst>
          </a:custGeom>
          <a:solidFill>
            <a:srgbClr val="8B7A39"/>
          </a:solidFill>
        </p:spPr>
        <p:txBody>
          <a:bodyPr vert="horz" wrap="square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13" name="Freeform 12"/>
          <p:cNvSpPr/>
          <p:nvPr userDrawn="1"/>
        </p:nvSpPr>
        <p:spPr>
          <a:xfrm>
            <a:off x="7162618" y="2"/>
            <a:ext cx="2308641" cy="6857999"/>
          </a:xfrm>
          <a:custGeom>
            <a:avLst/>
            <a:gdLst>
              <a:gd name="connsiteX0" fmla="*/ 1977387 w 2308641"/>
              <a:gd name="connsiteY0" fmla="*/ 0 h 6857999"/>
              <a:gd name="connsiteX1" fmla="*/ 2308641 w 2308641"/>
              <a:gd name="connsiteY1" fmla="*/ 0 h 6857999"/>
              <a:gd name="connsiteX2" fmla="*/ 2308641 w 2308641"/>
              <a:gd name="connsiteY2" fmla="*/ 6857999 h 6857999"/>
              <a:gd name="connsiteX3" fmla="*/ 629671 w 2308641"/>
              <a:gd name="connsiteY3" fmla="*/ 6857999 h 6857999"/>
              <a:gd name="connsiteX4" fmla="*/ 534562 w 2308641"/>
              <a:gd name="connsiteY4" fmla="*/ 6597467 h 6857999"/>
              <a:gd name="connsiteX5" fmla="*/ 30552 w 2308641"/>
              <a:gd name="connsiteY5" fmla="*/ 2981291 h 6857999"/>
              <a:gd name="connsiteX6" fmla="*/ 1977387 w 2308641"/>
              <a:gd name="connsiteY6" fmla="*/ 0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308641" h="6857999">
                <a:moveTo>
                  <a:pt x="1977387" y="0"/>
                </a:moveTo>
                <a:lnTo>
                  <a:pt x="2308641" y="0"/>
                </a:lnTo>
                <a:lnTo>
                  <a:pt x="2308641" y="6857999"/>
                </a:lnTo>
                <a:lnTo>
                  <a:pt x="629671" y="6857999"/>
                </a:lnTo>
                <a:lnTo>
                  <a:pt x="534562" y="6597467"/>
                </a:lnTo>
                <a:cubicBezTo>
                  <a:pt x="73950" y="5297546"/>
                  <a:pt x="-70360" y="4283247"/>
                  <a:pt x="30552" y="2981291"/>
                </a:cubicBezTo>
                <a:cubicBezTo>
                  <a:pt x="505020" y="1253583"/>
                  <a:pt x="1372741" y="501570"/>
                  <a:pt x="1977387" y="0"/>
                </a:cubicBezTo>
                <a:close/>
              </a:path>
            </a:pathLst>
          </a:cu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611326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slide 1">
    <p:bg>
      <p:bgPr>
        <a:solidFill>
          <a:srgbClr val="3D00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18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2684" y="5882633"/>
            <a:ext cx="1170308" cy="646723"/>
          </a:xfrm>
          <a:prstGeom prst="rect">
            <a:avLst/>
          </a:prstGeom>
        </p:spPr>
      </p:pic>
      <p:grpSp>
        <p:nvGrpSpPr>
          <p:cNvPr id="6" name="Group 5"/>
          <p:cNvGrpSpPr/>
          <p:nvPr userDrawn="1"/>
        </p:nvGrpSpPr>
        <p:grpSpPr>
          <a:xfrm>
            <a:off x="6110839" y="1"/>
            <a:ext cx="3389294" cy="6858000"/>
            <a:chOff x="5754705" y="1"/>
            <a:chExt cx="3389294" cy="6858000"/>
          </a:xfrm>
        </p:grpSpPr>
        <p:sp>
          <p:nvSpPr>
            <p:cNvPr id="25" name="Freeform 24"/>
            <p:cNvSpPr/>
            <p:nvPr userDrawn="1"/>
          </p:nvSpPr>
          <p:spPr>
            <a:xfrm>
              <a:off x="5754705" y="1"/>
              <a:ext cx="1327479" cy="1385522"/>
            </a:xfrm>
            <a:custGeom>
              <a:avLst/>
              <a:gdLst>
                <a:gd name="connsiteX0" fmla="*/ 0 w 1327479"/>
                <a:gd name="connsiteY0" fmla="*/ 0 h 1385522"/>
                <a:gd name="connsiteX1" fmla="*/ 510659 w 1327479"/>
                <a:gd name="connsiteY1" fmla="*/ 0 h 1385522"/>
                <a:gd name="connsiteX2" fmla="*/ 678178 w 1327479"/>
                <a:gd name="connsiteY2" fmla="*/ 235572 h 1385522"/>
                <a:gd name="connsiteX3" fmla="*/ 1284510 w 1327479"/>
                <a:gd name="connsiteY3" fmla="*/ 1290476 h 1385522"/>
                <a:gd name="connsiteX4" fmla="*/ 1327479 w 1327479"/>
                <a:gd name="connsiteY4" fmla="*/ 1385522 h 1385522"/>
                <a:gd name="connsiteX5" fmla="*/ 1122501 w 1327479"/>
                <a:gd name="connsiteY5" fmla="*/ 1124683 h 1385522"/>
                <a:gd name="connsiteX6" fmla="*/ 288518 w 1327479"/>
                <a:gd name="connsiteY6" fmla="*/ 249921 h 1385522"/>
                <a:gd name="connsiteX7" fmla="*/ 0 w 1327479"/>
                <a:gd name="connsiteY7" fmla="*/ 0 h 1385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327479" h="1385522">
                  <a:moveTo>
                    <a:pt x="0" y="0"/>
                  </a:moveTo>
                  <a:lnTo>
                    <a:pt x="510659" y="0"/>
                  </a:lnTo>
                  <a:lnTo>
                    <a:pt x="678178" y="235572"/>
                  </a:lnTo>
                  <a:cubicBezTo>
                    <a:pt x="904637" y="570776"/>
                    <a:pt x="1107539" y="923203"/>
                    <a:pt x="1284510" y="1290476"/>
                  </a:cubicBezTo>
                  <a:lnTo>
                    <a:pt x="1327479" y="1385522"/>
                  </a:lnTo>
                  <a:lnTo>
                    <a:pt x="1122501" y="1124683"/>
                  </a:lnTo>
                  <a:cubicBezTo>
                    <a:pt x="865688" y="813498"/>
                    <a:pt x="586902" y="521119"/>
                    <a:pt x="288518" y="249921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8B7A3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Freeform 23"/>
            <p:cNvSpPr/>
            <p:nvPr userDrawn="1"/>
          </p:nvSpPr>
          <p:spPr>
            <a:xfrm>
              <a:off x="7082183" y="1385523"/>
              <a:ext cx="1713414" cy="5472478"/>
            </a:xfrm>
            <a:custGeom>
              <a:avLst/>
              <a:gdLst>
                <a:gd name="connsiteX0" fmla="*/ 0 w 1713414"/>
                <a:gd name="connsiteY0" fmla="*/ 0 h 5472478"/>
                <a:gd name="connsiteX1" fmla="*/ 44422 w 1713414"/>
                <a:gd name="connsiteY1" fmla="*/ 56527 h 5472478"/>
                <a:gd name="connsiteX2" fmla="*/ 1713414 w 1713414"/>
                <a:gd name="connsiteY2" fmla="*/ 5083009 h 5472478"/>
                <a:gd name="connsiteX3" fmla="*/ 1703566 w 1713414"/>
                <a:gd name="connsiteY3" fmla="*/ 5472478 h 5472478"/>
                <a:gd name="connsiteX4" fmla="*/ 561192 w 1713414"/>
                <a:gd name="connsiteY4" fmla="*/ 5472478 h 5472478"/>
                <a:gd name="connsiteX5" fmla="*/ 614787 w 1713414"/>
                <a:gd name="connsiteY5" fmla="*/ 5240262 h 5472478"/>
                <a:gd name="connsiteX6" fmla="*/ 785466 w 1713414"/>
                <a:gd name="connsiteY6" fmla="*/ 3547157 h 5472478"/>
                <a:gd name="connsiteX7" fmla="*/ 125270 w 1713414"/>
                <a:gd name="connsiteY7" fmla="*/ 277089 h 5472478"/>
                <a:gd name="connsiteX8" fmla="*/ 0 w 1713414"/>
                <a:gd name="connsiteY8" fmla="*/ 0 h 54724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713414" h="5472478">
                  <a:moveTo>
                    <a:pt x="0" y="0"/>
                  </a:moveTo>
                  <a:lnTo>
                    <a:pt x="44422" y="56527"/>
                  </a:lnTo>
                  <a:cubicBezTo>
                    <a:pt x="1092654" y="1458180"/>
                    <a:pt x="1713414" y="3198102"/>
                    <a:pt x="1713414" y="5083009"/>
                  </a:cubicBezTo>
                  <a:lnTo>
                    <a:pt x="1703566" y="5472478"/>
                  </a:lnTo>
                  <a:lnTo>
                    <a:pt x="561192" y="5472478"/>
                  </a:lnTo>
                  <a:lnTo>
                    <a:pt x="614787" y="5240262"/>
                  </a:lnTo>
                  <a:cubicBezTo>
                    <a:pt x="726696" y="4693373"/>
                    <a:pt x="785466" y="4127129"/>
                    <a:pt x="785466" y="3547157"/>
                  </a:cubicBezTo>
                  <a:cubicBezTo>
                    <a:pt x="785466" y="2387214"/>
                    <a:pt x="550386" y="1282177"/>
                    <a:pt x="125270" y="277089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BAA36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Freeform 20"/>
            <p:cNvSpPr/>
            <p:nvPr userDrawn="1"/>
          </p:nvSpPr>
          <p:spPr>
            <a:xfrm>
              <a:off x="6265363" y="1"/>
              <a:ext cx="2878636" cy="6858000"/>
            </a:xfrm>
            <a:custGeom>
              <a:avLst/>
              <a:gdLst>
                <a:gd name="connsiteX0" fmla="*/ 0 w 2878636"/>
                <a:gd name="connsiteY0" fmla="*/ 0 h 6858000"/>
                <a:gd name="connsiteX1" fmla="*/ 2878636 w 2878636"/>
                <a:gd name="connsiteY1" fmla="*/ 0 h 6858000"/>
                <a:gd name="connsiteX2" fmla="*/ 2878636 w 2878636"/>
                <a:gd name="connsiteY2" fmla="*/ 6858000 h 6858000"/>
                <a:gd name="connsiteX3" fmla="*/ 2520386 w 2878636"/>
                <a:gd name="connsiteY3" fmla="*/ 6858000 h 6858000"/>
                <a:gd name="connsiteX4" fmla="*/ 2530234 w 2878636"/>
                <a:gd name="connsiteY4" fmla="*/ 6468531 h 6858000"/>
                <a:gd name="connsiteX5" fmla="*/ 861242 w 2878636"/>
                <a:gd name="connsiteY5" fmla="*/ 1442049 h 6858000"/>
                <a:gd name="connsiteX6" fmla="*/ 816820 w 2878636"/>
                <a:gd name="connsiteY6" fmla="*/ 1385522 h 6858000"/>
                <a:gd name="connsiteX7" fmla="*/ 773851 w 2878636"/>
                <a:gd name="connsiteY7" fmla="*/ 1290476 h 6858000"/>
                <a:gd name="connsiteX8" fmla="*/ 167519 w 2878636"/>
                <a:gd name="connsiteY8" fmla="*/ 235572 h 6858000"/>
                <a:gd name="connsiteX9" fmla="*/ 0 w 2878636"/>
                <a:gd name="connsiteY9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878636" h="6858000">
                  <a:moveTo>
                    <a:pt x="0" y="0"/>
                  </a:moveTo>
                  <a:lnTo>
                    <a:pt x="2878636" y="0"/>
                  </a:lnTo>
                  <a:lnTo>
                    <a:pt x="2878636" y="6858000"/>
                  </a:lnTo>
                  <a:lnTo>
                    <a:pt x="2520386" y="6858000"/>
                  </a:lnTo>
                  <a:lnTo>
                    <a:pt x="2530234" y="6468531"/>
                  </a:lnTo>
                  <a:cubicBezTo>
                    <a:pt x="2530234" y="4583624"/>
                    <a:pt x="1909474" y="2843702"/>
                    <a:pt x="861242" y="1442049"/>
                  </a:cubicBezTo>
                  <a:lnTo>
                    <a:pt x="816820" y="1385522"/>
                  </a:lnTo>
                  <a:lnTo>
                    <a:pt x="773851" y="1290476"/>
                  </a:lnTo>
                  <a:cubicBezTo>
                    <a:pt x="596880" y="923203"/>
                    <a:pt x="393978" y="570776"/>
                    <a:pt x="167519" y="235572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531C4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7" name="Text Placeholder 12"/>
          <p:cNvSpPr>
            <a:spLocks noGrp="1"/>
          </p:cNvSpPr>
          <p:nvPr>
            <p:ph type="body" sz="quarter" idx="13" hasCustomPrompt="1"/>
          </p:nvPr>
        </p:nvSpPr>
        <p:spPr>
          <a:xfrm>
            <a:off x="692684" y="2552869"/>
            <a:ext cx="5595226" cy="703335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buNone/>
              <a:defRPr sz="4800" b="1" i="0" spc="-100" baseline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pPr lvl="0"/>
            <a:r>
              <a:rPr lang="en-US" dirty="0"/>
              <a:t>Divider title</a:t>
            </a:r>
          </a:p>
        </p:txBody>
      </p:sp>
      <p:sp>
        <p:nvSpPr>
          <p:cNvPr id="28" name="Text Placeholder 12"/>
          <p:cNvSpPr>
            <a:spLocks noGrp="1"/>
          </p:cNvSpPr>
          <p:nvPr>
            <p:ph type="body" sz="quarter" idx="14" hasCustomPrompt="1"/>
          </p:nvPr>
        </p:nvSpPr>
        <p:spPr>
          <a:xfrm>
            <a:off x="692684" y="3256204"/>
            <a:ext cx="5595226" cy="593725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buNone/>
              <a:defRPr sz="2200" b="0" i="0" spc="-50" baseline="0">
                <a:solidFill>
                  <a:srgbClr val="BAA360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pPr lvl="0"/>
            <a:r>
              <a:rPr lang="en-US" dirty="0"/>
              <a:t>Divider descriptor</a:t>
            </a:r>
          </a:p>
        </p:txBody>
      </p:sp>
    </p:spTree>
    <p:extLst>
      <p:ext uri="{BB962C8B-B14F-4D97-AF65-F5344CB8AC3E}">
        <p14:creationId xmlns:p14="http://schemas.microsoft.com/office/powerpoint/2010/main" val="1696267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slide 2">
    <p:bg>
      <p:bgPr>
        <a:solidFill>
          <a:srgbClr val="3D00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18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4782" y="5882633"/>
            <a:ext cx="1170308" cy="646723"/>
          </a:xfrm>
          <a:prstGeom prst="rect">
            <a:avLst/>
          </a:prstGeom>
        </p:spPr>
      </p:pic>
      <p:sp>
        <p:nvSpPr>
          <p:cNvPr id="9" name="Text Placeholder 12"/>
          <p:cNvSpPr>
            <a:spLocks noGrp="1"/>
          </p:cNvSpPr>
          <p:nvPr>
            <p:ph type="body" sz="quarter" idx="11" hasCustomPrompt="1"/>
          </p:nvPr>
        </p:nvSpPr>
        <p:spPr>
          <a:xfrm>
            <a:off x="2394100" y="2552869"/>
            <a:ext cx="5595226" cy="703335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buNone/>
              <a:defRPr sz="4800" b="1" i="0" spc="-100" baseline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pPr lvl="0"/>
            <a:r>
              <a:rPr lang="en-US" dirty="0"/>
              <a:t>Divider title</a:t>
            </a:r>
          </a:p>
        </p:txBody>
      </p:sp>
      <p:sp>
        <p:nvSpPr>
          <p:cNvPr id="10" name="Text Placeholder 12"/>
          <p:cNvSpPr>
            <a:spLocks noGrp="1"/>
          </p:cNvSpPr>
          <p:nvPr>
            <p:ph type="body" sz="quarter" idx="12" hasCustomPrompt="1"/>
          </p:nvPr>
        </p:nvSpPr>
        <p:spPr>
          <a:xfrm>
            <a:off x="2394100" y="3256204"/>
            <a:ext cx="5595226" cy="593725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buNone/>
              <a:defRPr sz="2200" b="0" i="0" spc="-50" baseline="0">
                <a:solidFill>
                  <a:srgbClr val="BAA360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pPr lvl="0"/>
            <a:r>
              <a:rPr lang="en-US" dirty="0"/>
              <a:t>Divider descriptor</a:t>
            </a:r>
          </a:p>
        </p:txBody>
      </p:sp>
      <p:sp>
        <p:nvSpPr>
          <p:cNvPr id="25" name="Freeform 24"/>
          <p:cNvSpPr/>
          <p:nvPr userDrawn="1"/>
        </p:nvSpPr>
        <p:spPr>
          <a:xfrm flipH="1">
            <a:off x="1753808" y="1"/>
            <a:ext cx="1327479" cy="1385522"/>
          </a:xfrm>
          <a:custGeom>
            <a:avLst/>
            <a:gdLst>
              <a:gd name="connsiteX0" fmla="*/ 0 w 1327479"/>
              <a:gd name="connsiteY0" fmla="*/ 0 h 1385522"/>
              <a:gd name="connsiteX1" fmla="*/ 510659 w 1327479"/>
              <a:gd name="connsiteY1" fmla="*/ 0 h 1385522"/>
              <a:gd name="connsiteX2" fmla="*/ 678178 w 1327479"/>
              <a:gd name="connsiteY2" fmla="*/ 235572 h 1385522"/>
              <a:gd name="connsiteX3" fmla="*/ 1284510 w 1327479"/>
              <a:gd name="connsiteY3" fmla="*/ 1290476 h 1385522"/>
              <a:gd name="connsiteX4" fmla="*/ 1327479 w 1327479"/>
              <a:gd name="connsiteY4" fmla="*/ 1385522 h 1385522"/>
              <a:gd name="connsiteX5" fmla="*/ 1122501 w 1327479"/>
              <a:gd name="connsiteY5" fmla="*/ 1124683 h 1385522"/>
              <a:gd name="connsiteX6" fmla="*/ 288518 w 1327479"/>
              <a:gd name="connsiteY6" fmla="*/ 249921 h 1385522"/>
              <a:gd name="connsiteX7" fmla="*/ 0 w 1327479"/>
              <a:gd name="connsiteY7" fmla="*/ 0 h 13855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327479" h="1385522">
                <a:moveTo>
                  <a:pt x="0" y="0"/>
                </a:moveTo>
                <a:lnTo>
                  <a:pt x="510659" y="0"/>
                </a:lnTo>
                <a:lnTo>
                  <a:pt x="678178" y="235572"/>
                </a:lnTo>
                <a:cubicBezTo>
                  <a:pt x="904637" y="570776"/>
                  <a:pt x="1107539" y="923203"/>
                  <a:pt x="1284510" y="1290476"/>
                </a:cubicBezTo>
                <a:lnTo>
                  <a:pt x="1327479" y="1385522"/>
                </a:lnTo>
                <a:lnTo>
                  <a:pt x="1122501" y="1124683"/>
                </a:lnTo>
                <a:cubicBezTo>
                  <a:pt x="865688" y="813498"/>
                  <a:pt x="586902" y="521119"/>
                  <a:pt x="288518" y="249921"/>
                </a:cubicBezTo>
                <a:lnTo>
                  <a:pt x="0" y="0"/>
                </a:lnTo>
                <a:close/>
              </a:path>
            </a:pathLst>
          </a:custGeom>
          <a:solidFill>
            <a:srgbClr val="8B7A3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Freeform 23"/>
          <p:cNvSpPr/>
          <p:nvPr userDrawn="1"/>
        </p:nvSpPr>
        <p:spPr>
          <a:xfrm flipH="1">
            <a:off x="40395" y="1385523"/>
            <a:ext cx="1713414" cy="5472478"/>
          </a:xfrm>
          <a:custGeom>
            <a:avLst/>
            <a:gdLst>
              <a:gd name="connsiteX0" fmla="*/ 0 w 1713414"/>
              <a:gd name="connsiteY0" fmla="*/ 0 h 5472478"/>
              <a:gd name="connsiteX1" fmla="*/ 44422 w 1713414"/>
              <a:gd name="connsiteY1" fmla="*/ 56527 h 5472478"/>
              <a:gd name="connsiteX2" fmla="*/ 1713414 w 1713414"/>
              <a:gd name="connsiteY2" fmla="*/ 5083009 h 5472478"/>
              <a:gd name="connsiteX3" fmla="*/ 1703566 w 1713414"/>
              <a:gd name="connsiteY3" fmla="*/ 5472478 h 5472478"/>
              <a:gd name="connsiteX4" fmla="*/ 561192 w 1713414"/>
              <a:gd name="connsiteY4" fmla="*/ 5472478 h 5472478"/>
              <a:gd name="connsiteX5" fmla="*/ 614787 w 1713414"/>
              <a:gd name="connsiteY5" fmla="*/ 5240262 h 5472478"/>
              <a:gd name="connsiteX6" fmla="*/ 785466 w 1713414"/>
              <a:gd name="connsiteY6" fmla="*/ 3547157 h 5472478"/>
              <a:gd name="connsiteX7" fmla="*/ 125270 w 1713414"/>
              <a:gd name="connsiteY7" fmla="*/ 277089 h 5472478"/>
              <a:gd name="connsiteX8" fmla="*/ 0 w 1713414"/>
              <a:gd name="connsiteY8" fmla="*/ 0 h 54724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713414" h="5472478">
                <a:moveTo>
                  <a:pt x="0" y="0"/>
                </a:moveTo>
                <a:lnTo>
                  <a:pt x="44422" y="56527"/>
                </a:lnTo>
                <a:cubicBezTo>
                  <a:pt x="1092654" y="1458180"/>
                  <a:pt x="1713414" y="3198102"/>
                  <a:pt x="1713414" y="5083009"/>
                </a:cubicBezTo>
                <a:lnTo>
                  <a:pt x="1703566" y="5472478"/>
                </a:lnTo>
                <a:lnTo>
                  <a:pt x="561192" y="5472478"/>
                </a:lnTo>
                <a:lnTo>
                  <a:pt x="614787" y="5240262"/>
                </a:lnTo>
                <a:cubicBezTo>
                  <a:pt x="726696" y="4693373"/>
                  <a:pt x="785466" y="4127129"/>
                  <a:pt x="785466" y="3547157"/>
                </a:cubicBezTo>
                <a:cubicBezTo>
                  <a:pt x="785466" y="2387214"/>
                  <a:pt x="550386" y="1282177"/>
                  <a:pt x="125270" y="277089"/>
                </a:cubicBezTo>
                <a:lnTo>
                  <a:pt x="0" y="0"/>
                </a:lnTo>
                <a:close/>
              </a:path>
            </a:pathLst>
          </a:custGeom>
          <a:solidFill>
            <a:srgbClr val="BAA3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Freeform 20"/>
          <p:cNvSpPr/>
          <p:nvPr userDrawn="1"/>
        </p:nvSpPr>
        <p:spPr>
          <a:xfrm flipH="1">
            <a:off x="-308007" y="1"/>
            <a:ext cx="2878636" cy="6858000"/>
          </a:xfrm>
          <a:custGeom>
            <a:avLst/>
            <a:gdLst>
              <a:gd name="connsiteX0" fmla="*/ 0 w 2878636"/>
              <a:gd name="connsiteY0" fmla="*/ 0 h 6858000"/>
              <a:gd name="connsiteX1" fmla="*/ 2878636 w 2878636"/>
              <a:gd name="connsiteY1" fmla="*/ 0 h 6858000"/>
              <a:gd name="connsiteX2" fmla="*/ 2878636 w 2878636"/>
              <a:gd name="connsiteY2" fmla="*/ 6858000 h 6858000"/>
              <a:gd name="connsiteX3" fmla="*/ 2520386 w 2878636"/>
              <a:gd name="connsiteY3" fmla="*/ 6858000 h 6858000"/>
              <a:gd name="connsiteX4" fmla="*/ 2530234 w 2878636"/>
              <a:gd name="connsiteY4" fmla="*/ 6468531 h 6858000"/>
              <a:gd name="connsiteX5" fmla="*/ 861242 w 2878636"/>
              <a:gd name="connsiteY5" fmla="*/ 1442049 h 6858000"/>
              <a:gd name="connsiteX6" fmla="*/ 816820 w 2878636"/>
              <a:gd name="connsiteY6" fmla="*/ 1385522 h 6858000"/>
              <a:gd name="connsiteX7" fmla="*/ 773851 w 2878636"/>
              <a:gd name="connsiteY7" fmla="*/ 1290476 h 6858000"/>
              <a:gd name="connsiteX8" fmla="*/ 167519 w 2878636"/>
              <a:gd name="connsiteY8" fmla="*/ 235572 h 6858000"/>
              <a:gd name="connsiteX9" fmla="*/ 0 w 2878636"/>
              <a:gd name="connsiteY9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878636" h="6858000">
                <a:moveTo>
                  <a:pt x="0" y="0"/>
                </a:moveTo>
                <a:lnTo>
                  <a:pt x="2878636" y="0"/>
                </a:lnTo>
                <a:lnTo>
                  <a:pt x="2878636" y="6858000"/>
                </a:lnTo>
                <a:lnTo>
                  <a:pt x="2520386" y="6858000"/>
                </a:lnTo>
                <a:lnTo>
                  <a:pt x="2530234" y="6468531"/>
                </a:lnTo>
                <a:cubicBezTo>
                  <a:pt x="2530234" y="4583624"/>
                  <a:pt x="1909474" y="2843702"/>
                  <a:pt x="861242" y="1442049"/>
                </a:cubicBezTo>
                <a:lnTo>
                  <a:pt x="816820" y="1385522"/>
                </a:lnTo>
                <a:lnTo>
                  <a:pt x="773851" y="1290476"/>
                </a:lnTo>
                <a:cubicBezTo>
                  <a:pt x="596880" y="923203"/>
                  <a:pt x="393978" y="570776"/>
                  <a:pt x="167519" y="235572"/>
                </a:cubicBezTo>
                <a:lnTo>
                  <a:pt x="0" y="0"/>
                </a:lnTo>
                <a:close/>
              </a:path>
            </a:pathLst>
          </a:custGeom>
          <a:solidFill>
            <a:srgbClr val="531C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07405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slide 3">
    <p:bg>
      <p:bgPr>
        <a:solidFill>
          <a:srgbClr val="3D00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12"/>
          <p:cNvSpPr>
            <a:spLocks noGrp="1"/>
          </p:cNvSpPr>
          <p:nvPr>
            <p:ph type="body" sz="quarter" idx="11" hasCustomPrompt="1"/>
          </p:nvPr>
        </p:nvSpPr>
        <p:spPr>
          <a:xfrm>
            <a:off x="2345973" y="2552869"/>
            <a:ext cx="5595226" cy="703335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buNone/>
              <a:defRPr sz="4800" b="1" i="0" spc="-100" baseline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pPr lvl="0"/>
            <a:r>
              <a:rPr lang="en-US" dirty="0"/>
              <a:t>Divider title</a:t>
            </a:r>
          </a:p>
        </p:txBody>
      </p:sp>
      <p:sp>
        <p:nvSpPr>
          <p:cNvPr id="10" name="Text Placeholder 12"/>
          <p:cNvSpPr>
            <a:spLocks noGrp="1"/>
          </p:cNvSpPr>
          <p:nvPr>
            <p:ph type="body" sz="quarter" idx="12" hasCustomPrompt="1"/>
          </p:nvPr>
        </p:nvSpPr>
        <p:spPr>
          <a:xfrm>
            <a:off x="2345973" y="3256204"/>
            <a:ext cx="5595226" cy="593725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buNone/>
              <a:defRPr sz="2200" b="0" i="0" spc="-50" baseline="0">
                <a:solidFill>
                  <a:srgbClr val="BAA360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pPr lvl="0"/>
            <a:r>
              <a:rPr lang="en-US" dirty="0"/>
              <a:t>Divider descriptor</a:t>
            </a:r>
          </a:p>
        </p:txBody>
      </p:sp>
      <p:sp>
        <p:nvSpPr>
          <p:cNvPr id="18" name="Freeform 17"/>
          <p:cNvSpPr/>
          <p:nvPr userDrawn="1"/>
        </p:nvSpPr>
        <p:spPr>
          <a:xfrm rot="563881">
            <a:off x="1578255" y="-48578"/>
            <a:ext cx="592758" cy="2150303"/>
          </a:xfrm>
          <a:custGeom>
            <a:avLst/>
            <a:gdLst>
              <a:gd name="connsiteX0" fmla="*/ 0 w 592758"/>
              <a:gd name="connsiteY0" fmla="*/ 83668 h 2150303"/>
              <a:gd name="connsiteX1" fmla="*/ 505503 w 592758"/>
              <a:gd name="connsiteY1" fmla="*/ 0 h 2150303"/>
              <a:gd name="connsiteX2" fmla="*/ 506652 w 592758"/>
              <a:gd name="connsiteY2" fmla="*/ 7591 h 2150303"/>
              <a:gd name="connsiteX3" fmla="*/ 440527 w 592758"/>
              <a:gd name="connsiteY3" fmla="*/ 2045973 h 2150303"/>
              <a:gd name="connsiteX4" fmla="*/ 419302 w 592758"/>
              <a:gd name="connsiteY4" fmla="*/ 2150303 h 2150303"/>
              <a:gd name="connsiteX5" fmla="*/ 419605 w 592758"/>
              <a:gd name="connsiteY5" fmla="*/ 2139855 h 2150303"/>
              <a:gd name="connsiteX6" fmla="*/ 24072 w 592758"/>
              <a:gd name="connsiteY6" fmla="*/ 153518 h 2150303"/>
              <a:gd name="connsiteX7" fmla="*/ 0 w 592758"/>
              <a:gd name="connsiteY7" fmla="*/ 83668 h 21503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92758" h="2150303">
                <a:moveTo>
                  <a:pt x="0" y="83668"/>
                </a:moveTo>
                <a:lnTo>
                  <a:pt x="505503" y="0"/>
                </a:lnTo>
                <a:lnTo>
                  <a:pt x="506652" y="7591"/>
                </a:lnTo>
                <a:cubicBezTo>
                  <a:pt x="659496" y="1043386"/>
                  <a:pt x="591002" y="1314491"/>
                  <a:pt x="440527" y="2045973"/>
                </a:cubicBezTo>
                <a:lnTo>
                  <a:pt x="419302" y="2150303"/>
                </a:lnTo>
                <a:lnTo>
                  <a:pt x="419605" y="2139855"/>
                </a:lnTo>
                <a:cubicBezTo>
                  <a:pt x="430909" y="1600210"/>
                  <a:pt x="380505" y="1198370"/>
                  <a:pt x="24072" y="153518"/>
                </a:cubicBezTo>
                <a:lnTo>
                  <a:pt x="0" y="83668"/>
                </a:lnTo>
                <a:close/>
              </a:path>
            </a:pathLst>
          </a:custGeom>
          <a:solidFill>
            <a:srgbClr val="8B7A3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Freeform 16"/>
          <p:cNvSpPr/>
          <p:nvPr userDrawn="1"/>
        </p:nvSpPr>
        <p:spPr>
          <a:xfrm rot="563881">
            <a:off x="415858" y="1991920"/>
            <a:ext cx="1004507" cy="4981526"/>
          </a:xfrm>
          <a:custGeom>
            <a:avLst/>
            <a:gdLst>
              <a:gd name="connsiteX0" fmla="*/ 1004507 w 1004507"/>
              <a:gd name="connsiteY0" fmla="*/ 0 h 4981526"/>
              <a:gd name="connsiteX1" fmla="*/ 1000622 w 1004507"/>
              <a:gd name="connsiteY1" fmla="*/ 133969 h 4981526"/>
              <a:gd name="connsiteX2" fmla="*/ 980899 w 1004507"/>
              <a:gd name="connsiteY2" fmla="*/ 635533 h 4981526"/>
              <a:gd name="connsiteX3" fmla="*/ 845366 w 1004507"/>
              <a:gd name="connsiteY3" fmla="*/ 4841607 h 4981526"/>
              <a:gd name="connsiteX4" fmla="*/ 0 w 1004507"/>
              <a:gd name="connsiteY4" fmla="*/ 4981526 h 4981526"/>
              <a:gd name="connsiteX5" fmla="*/ 989615 w 1004507"/>
              <a:gd name="connsiteY5" fmla="*/ 73203 h 4981526"/>
              <a:gd name="connsiteX6" fmla="*/ 1004507 w 1004507"/>
              <a:gd name="connsiteY6" fmla="*/ 0 h 49815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004507" h="4981526">
                <a:moveTo>
                  <a:pt x="1004507" y="0"/>
                </a:moveTo>
                <a:lnTo>
                  <a:pt x="1000622" y="133969"/>
                </a:lnTo>
                <a:cubicBezTo>
                  <a:pt x="995356" y="282538"/>
                  <a:pt x="987335" y="445105"/>
                  <a:pt x="980899" y="635533"/>
                </a:cubicBezTo>
                <a:lnTo>
                  <a:pt x="845366" y="4841607"/>
                </a:lnTo>
                <a:lnTo>
                  <a:pt x="0" y="4981526"/>
                </a:lnTo>
                <a:lnTo>
                  <a:pt x="989615" y="73203"/>
                </a:lnTo>
                <a:lnTo>
                  <a:pt x="1004507" y="0"/>
                </a:lnTo>
                <a:close/>
              </a:path>
            </a:pathLst>
          </a:custGeom>
          <a:solidFill>
            <a:srgbClr val="BAA3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Freeform 14"/>
          <p:cNvSpPr/>
          <p:nvPr userDrawn="1"/>
        </p:nvSpPr>
        <p:spPr>
          <a:xfrm rot="563881">
            <a:off x="-897276" y="-182510"/>
            <a:ext cx="2493086" cy="7108907"/>
          </a:xfrm>
          <a:custGeom>
            <a:avLst/>
            <a:gdLst>
              <a:gd name="connsiteX0" fmla="*/ 0 w 2493086"/>
              <a:gd name="connsiteY0" fmla="*/ 342956 h 7108907"/>
              <a:gd name="connsiteX1" fmla="*/ 2072078 w 2493086"/>
              <a:gd name="connsiteY1" fmla="*/ 0 h 7108907"/>
              <a:gd name="connsiteX2" fmla="*/ 2096150 w 2493086"/>
              <a:gd name="connsiteY2" fmla="*/ 69850 h 7108907"/>
              <a:gd name="connsiteX3" fmla="*/ 2491683 w 2493086"/>
              <a:gd name="connsiteY3" fmla="*/ 2056187 h 7108907"/>
              <a:gd name="connsiteX4" fmla="*/ 2491380 w 2493086"/>
              <a:gd name="connsiteY4" fmla="*/ 2066635 h 7108907"/>
              <a:gd name="connsiteX5" fmla="*/ 2476488 w 2493086"/>
              <a:gd name="connsiteY5" fmla="*/ 2139838 h 7108907"/>
              <a:gd name="connsiteX6" fmla="*/ 1486873 w 2493086"/>
              <a:gd name="connsiteY6" fmla="*/ 7048161 h 7108907"/>
              <a:gd name="connsiteX7" fmla="*/ 1119855 w 2493086"/>
              <a:gd name="connsiteY7" fmla="*/ 7108907 h 7108907"/>
              <a:gd name="connsiteX8" fmla="*/ 0 w 2493086"/>
              <a:gd name="connsiteY8" fmla="*/ 342956 h 71089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493086" h="7108907">
                <a:moveTo>
                  <a:pt x="0" y="342956"/>
                </a:moveTo>
                <a:lnTo>
                  <a:pt x="2072078" y="0"/>
                </a:lnTo>
                <a:lnTo>
                  <a:pt x="2096150" y="69850"/>
                </a:lnTo>
                <a:cubicBezTo>
                  <a:pt x="2452583" y="1114702"/>
                  <a:pt x="2502987" y="1516542"/>
                  <a:pt x="2491683" y="2056187"/>
                </a:cubicBezTo>
                <a:lnTo>
                  <a:pt x="2491380" y="2066635"/>
                </a:lnTo>
                <a:lnTo>
                  <a:pt x="2476488" y="2139838"/>
                </a:lnTo>
                <a:lnTo>
                  <a:pt x="1486873" y="7048161"/>
                </a:lnTo>
                <a:lnTo>
                  <a:pt x="1119855" y="7108907"/>
                </a:lnTo>
                <a:lnTo>
                  <a:pt x="0" y="342956"/>
                </a:lnTo>
                <a:close/>
              </a:path>
            </a:pathLst>
          </a:custGeom>
          <a:solidFill>
            <a:srgbClr val="531C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" name="Picture 19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4782" y="5882633"/>
            <a:ext cx="1170308" cy="6467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224856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slide 4">
    <p:bg>
      <p:bgPr>
        <a:solidFill>
          <a:srgbClr val="3D00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 userDrawn="1"/>
        </p:nvGrpSpPr>
        <p:grpSpPr>
          <a:xfrm flipH="1">
            <a:off x="6982672" y="-182510"/>
            <a:ext cx="3068289" cy="7155956"/>
            <a:chOff x="-541142" y="-182510"/>
            <a:chExt cx="3068289" cy="7155956"/>
          </a:xfrm>
        </p:grpSpPr>
        <p:sp>
          <p:nvSpPr>
            <p:cNvPr id="18" name="Freeform 17"/>
            <p:cNvSpPr/>
            <p:nvPr userDrawn="1"/>
          </p:nvSpPr>
          <p:spPr>
            <a:xfrm rot="563881">
              <a:off x="1934389" y="-48578"/>
              <a:ext cx="592758" cy="2150303"/>
            </a:xfrm>
            <a:custGeom>
              <a:avLst/>
              <a:gdLst>
                <a:gd name="connsiteX0" fmla="*/ 0 w 592758"/>
                <a:gd name="connsiteY0" fmla="*/ 83668 h 2150303"/>
                <a:gd name="connsiteX1" fmla="*/ 505503 w 592758"/>
                <a:gd name="connsiteY1" fmla="*/ 0 h 2150303"/>
                <a:gd name="connsiteX2" fmla="*/ 506652 w 592758"/>
                <a:gd name="connsiteY2" fmla="*/ 7591 h 2150303"/>
                <a:gd name="connsiteX3" fmla="*/ 440527 w 592758"/>
                <a:gd name="connsiteY3" fmla="*/ 2045973 h 2150303"/>
                <a:gd name="connsiteX4" fmla="*/ 419302 w 592758"/>
                <a:gd name="connsiteY4" fmla="*/ 2150303 h 2150303"/>
                <a:gd name="connsiteX5" fmla="*/ 419605 w 592758"/>
                <a:gd name="connsiteY5" fmla="*/ 2139855 h 2150303"/>
                <a:gd name="connsiteX6" fmla="*/ 24072 w 592758"/>
                <a:gd name="connsiteY6" fmla="*/ 153518 h 2150303"/>
                <a:gd name="connsiteX7" fmla="*/ 0 w 592758"/>
                <a:gd name="connsiteY7" fmla="*/ 83668 h 21503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92758" h="2150303">
                  <a:moveTo>
                    <a:pt x="0" y="83668"/>
                  </a:moveTo>
                  <a:lnTo>
                    <a:pt x="505503" y="0"/>
                  </a:lnTo>
                  <a:lnTo>
                    <a:pt x="506652" y="7591"/>
                  </a:lnTo>
                  <a:cubicBezTo>
                    <a:pt x="659496" y="1043386"/>
                    <a:pt x="591002" y="1314491"/>
                    <a:pt x="440527" y="2045973"/>
                  </a:cubicBezTo>
                  <a:lnTo>
                    <a:pt x="419302" y="2150303"/>
                  </a:lnTo>
                  <a:lnTo>
                    <a:pt x="419605" y="2139855"/>
                  </a:lnTo>
                  <a:cubicBezTo>
                    <a:pt x="430909" y="1600210"/>
                    <a:pt x="380505" y="1198370"/>
                    <a:pt x="24072" y="153518"/>
                  </a:cubicBezTo>
                  <a:lnTo>
                    <a:pt x="0" y="83668"/>
                  </a:lnTo>
                  <a:close/>
                </a:path>
              </a:pathLst>
            </a:custGeom>
            <a:solidFill>
              <a:srgbClr val="8B7A3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Freeform 16"/>
            <p:cNvSpPr/>
            <p:nvPr userDrawn="1"/>
          </p:nvSpPr>
          <p:spPr>
            <a:xfrm rot="563881">
              <a:off x="771992" y="1991920"/>
              <a:ext cx="1004507" cy="4981526"/>
            </a:xfrm>
            <a:custGeom>
              <a:avLst/>
              <a:gdLst>
                <a:gd name="connsiteX0" fmla="*/ 1004507 w 1004507"/>
                <a:gd name="connsiteY0" fmla="*/ 0 h 4981526"/>
                <a:gd name="connsiteX1" fmla="*/ 1000622 w 1004507"/>
                <a:gd name="connsiteY1" fmla="*/ 133969 h 4981526"/>
                <a:gd name="connsiteX2" fmla="*/ 980899 w 1004507"/>
                <a:gd name="connsiteY2" fmla="*/ 635533 h 4981526"/>
                <a:gd name="connsiteX3" fmla="*/ 845366 w 1004507"/>
                <a:gd name="connsiteY3" fmla="*/ 4841607 h 4981526"/>
                <a:gd name="connsiteX4" fmla="*/ 0 w 1004507"/>
                <a:gd name="connsiteY4" fmla="*/ 4981526 h 4981526"/>
                <a:gd name="connsiteX5" fmla="*/ 989615 w 1004507"/>
                <a:gd name="connsiteY5" fmla="*/ 73203 h 4981526"/>
                <a:gd name="connsiteX6" fmla="*/ 1004507 w 1004507"/>
                <a:gd name="connsiteY6" fmla="*/ 0 h 49815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004507" h="4981526">
                  <a:moveTo>
                    <a:pt x="1004507" y="0"/>
                  </a:moveTo>
                  <a:lnTo>
                    <a:pt x="1000622" y="133969"/>
                  </a:lnTo>
                  <a:cubicBezTo>
                    <a:pt x="995356" y="282538"/>
                    <a:pt x="987335" y="445105"/>
                    <a:pt x="980899" y="635533"/>
                  </a:cubicBezTo>
                  <a:lnTo>
                    <a:pt x="845366" y="4841607"/>
                  </a:lnTo>
                  <a:lnTo>
                    <a:pt x="0" y="4981526"/>
                  </a:lnTo>
                  <a:lnTo>
                    <a:pt x="989615" y="73203"/>
                  </a:lnTo>
                  <a:lnTo>
                    <a:pt x="1004507" y="0"/>
                  </a:lnTo>
                  <a:close/>
                </a:path>
              </a:pathLst>
            </a:custGeom>
            <a:solidFill>
              <a:srgbClr val="BAA36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Freeform 14"/>
            <p:cNvSpPr/>
            <p:nvPr userDrawn="1"/>
          </p:nvSpPr>
          <p:spPr>
            <a:xfrm rot="563881">
              <a:off x="-541142" y="-182510"/>
              <a:ext cx="2493086" cy="7108907"/>
            </a:xfrm>
            <a:custGeom>
              <a:avLst/>
              <a:gdLst>
                <a:gd name="connsiteX0" fmla="*/ 0 w 2493086"/>
                <a:gd name="connsiteY0" fmla="*/ 342956 h 7108907"/>
                <a:gd name="connsiteX1" fmla="*/ 2072078 w 2493086"/>
                <a:gd name="connsiteY1" fmla="*/ 0 h 7108907"/>
                <a:gd name="connsiteX2" fmla="*/ 2096150 w 2493086"/>
                <a:gd name="connsiteY2" fmla="*/ 69850 h 7108907"/>
                <a:gd name="connsiteX3" fmla="*/ 2491683 w 2493086"/>
                <a:gd name="connsiteY3" fmla="*/ 2056187 h 7108907"/>
                <a:gd name="connsiteX4" fmla="*/ 2491380 w 2493086"/>
                <a:gd name="connsiteY4" fmla="*/ 2066635 h 7108907"/>
                <a:gd name="connsiteX5" fmla="*/ 2476488 w 2493086"/>
                <a:gd name="connsiteY5" fmla="*/ 2139838 h 7108907"/>
                <a:gd name="connsiteX6" fmla="*/ 1486873 w 2493086"/>
                <a:gd name="connsiteY6" fmla="*/ 7048161 h 7108907"/>
                <a:gd name="connsiteX7" fmla="*/ 1119855 w 2493086"/>
                <a:gd name="connsiteY7" fmla="*/ 7108907 h 7108907"/>
                <a:gd name="connsiteX8" fmla="*/ 0 w 2493086"/>
                <a:gd name="connsiteY8" fmla="*/ 342956 h 71089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493086" h="7108907">
                  <a:moveTo>
                    <a:pt x="0" y="342956"/>
                  </a:moveTo>
                  <a:lnTo>
                    <a:pt x="2072078" y="0"/>
                  </a:lnTo>
                  <a:lnTo>
                    <a:pt x="2096150" y="69850"/>
                  </a:lnTo>
                  <a:cubicBezTo>
                    <a:pt x="2452583" y="1114702"/>
                    <a:pt x="2502987" y="1516542"/>
                    <a:pt x="2491683" y="2056187"/>
                  </a:cubicBezTo>
                  <a:lnTo>
                    <a:pt x="2491380" y="2066635"/>
                  </a:lnTo>
                  <a:lnTo>
                    <a:pt x="2476488" y="2139838"/>
                  </a:lnTo>
                  <a:lnTo>
                    <a:pt x="1486873" y="7048161"/>
                  </a:lnTo>
                  <a:lnTo>
                    <a:pt x="1119855" y="7108907"/>
                  </a:lnTo>
                  <a:lnTo>
                    <a:pt x="0" y="342956"/>
                  </a:lnTo>
                  <a:close/>
                </a:path>
              </a:pathLst>
            </a:custGeom>
            <a:solidFill>
              <a:srgbClr val="531C4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2684" y="5882633"/>
            <a:ext cx="1170308" cy="646723"/>
          </a:xfrm>
          <a:prstGeom prst="rect">
            <a:avLst/>
          </a:prstGeom>
        </p:spPr>
      </p:pic>
      <p:sp>
        <p:nvSpPr>
          <p:cNvPr id="12" name="Text Placeholder 12"/>
          <p:cNvSpPr>
            <a:spLocks noGrp="1"/>
          </p:cNvSpPr>
          <p:nvPr>
            <p:ph type="body" sz="quarter" idx="13" hasCustomPrompt="1"/>
          </p:nvPr>
        </p:nvSpPr>
        <p:spPr>
          <a:xfrm>
            <a:off x="692684" y="2552869"/>
            <a:ext cx="5595226" cy="703335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buNone/>
              <a:defRPr sz="4800" b="1" i="0" spc="-100" baseline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pPr lvl="0"/>
            <a:r>
              <a:rPr lang="en-US" dirty="0"/>
              <a:t>Divider title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4" hasCustomPrompt="1"/>
          </p:nvPr>
        </p:nvSpPr>
        <p:spPr>
          <a:xfrm>
            <a:off x="692684" y="3256204"/>
            <a:ext cx="5595226" cy="593725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buNone/>
              <a:defRPr sz="2200" b="0" i="0" spc="-50" baseline="0">
                <a:solidFill>
                  <a:srgbClr val="BAA360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pPr lvl="0"/>
            <a:r>
              <a:rPr lang="en-US" dirty="0"/>
              <a:t>Divider descriptor</a:t>
            </a:r>
          </a:p>
        </p:txBody>
      </p:sp>
    </p:spTree>
    <p:extLst>
      <p:ext uri="{BB962C8B-B14F-4D97-AF65-F5344CB8AC3E}">
        <p14:creationId xmlns:p14="http://schemas.microsoft.com/office/powerpoint/2010/main" val="102404035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 - with image right 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>
            <a:spLocks/>
          </p:cNvSpPr>
          <p:nvPr userDrawn="1"/>
        </p:nvSpPr>
        <p:spPr>
          <a:xfrm rot="1859265">
            <a:off x="4010115" y="374206"/>
            <a:ext cx="3212460" cy="1920108"/>
          </a:xfrm>
          <a:custGeom>
            <a:avLst/>
            <a:gdLst>
              <a:gd name="connsiteX0" fmla="*/ 0 w 3212460"/>
              <a:gd name="connsiteY0" fmla="*/ 368316 h 1920108"/>
              <a:gd name="connsiteX1" fmla="*/ 613277 w 3212460"/>
              <a:gd name="connsiteY1" fmla="*/ 0 h 1920108"/>
              <a:gd name="connsiteX2" fmla="*/ 815519 w 3212460"/>
              <a:gd name="connsiteY2" fmla="*/ 72065 h 1920108"/>
              <a:gd name="connsiteX3" fmla="*/ 3156027 w 3212460"/>
              <a:gd name="connsiteY3" fmla="*/ 1843776 h 1920108"/>
              <a:gd name="connsiteX4" fmla="*/ 3212460 w 3212460"/>
              <a:gd name="connsiteY4" fmla="*/ 1920108 h 1920108"/>
              <a:gd name="connsiteX5" fmla="*/ 3017940 w 3212460"/>
              <a:gd name="connsiteY5" fmla="*/ 1735571 h 1920108"/>
              <a:gd name="connsiteX6" fmla="*/ 56031 w 3212460"/>
              <a:gd name="connsiteY6" fmla="*/ 374148 h 19201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212460" h="1920108">
                <a:moveTo>
                  <a:pt x="0" y="368316"/>
                </a:moveTo>
                <a:lnTo>
                  <a:pt x="613277" y="0"/>
                </a:lnTo>
                <a:lnTo>
                  <a:pt x="815519" y="72065"/>
                </a:lnTo>
                <a:cubicBezTo>
                  <a:pt x="1739867" y="437366"/>
                  <a:pt x="2527752" y="1040228"/>
                  <a:pt x="3156027" y="1843776"/>
                </a:cubicBezTo>
                <a:lnTo>
                  <a:pt x="3212460" y="1920108"/>
                </a:lnTo>
                <a:lnTo>
                  <a:pt x="3017940" y="1735571"/>
                </a:lnTo>
                <a:cubicBezTo>
                  <a:pt x="2192531" y="995908"/>
                  <a:pt x="1193572" y="525963"/>
                  <a:pt x="56031" y="374148"/>
                </a:cubicBezTo>
                <a:close/>
              </a:path>
            </a:pathLst>
          </a:custGeom>
          <a:solidFill>
            <a:srgbClr val="531C40"/>
          </a:solidFill>
        </p:spPr>
        <p:txBody>
          <a:bodyPr vert="horz" wrap="square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>
              <a:solidFill>
                <a:srgbClr val="531C40"/>
              </a:solidFill>
            </a:endParaRPr>
          </a:p>
        </p:txBody>
      </p:sp>
      <p:sp>
        <p:nvSpPr>
          <p:cNvPr id="9" name="TextBox 8"/>
          <p:cNvSpPr txBox="1">
            <a:spLocks/>
          </p:cNvSpPr>
          <p:nvPr userDrawn="1"/>
        </p:nvSpPr>
        <p:spPr>
          <a:xfrm rot="1859265">
            <a:off x="5427310" y="3217352"/>
            <a:ext cx="1912084" cy="3631362"/>
          </a:xfrm>
          <a:custGeom>
            <a:avLst/>
            <a:gdLst>
              <a:gd name="connsiteX0" fmla="*/ 0 w 1912084"/>
              <a:gd name="connsiteY0" fmla="*/ 0 h 3631362"/>
              <a:gd name="connsiteX1" fmla="*/ 47861 w 1912084"/>
              <a:gd name="connsiteY1" fmla="*/ 45405 h 3631362"/>
              <a:gd name="connsiteX2" fmla="*/ 1889805 w 1912084"/>
              <a:gd name="connsiteY2" fmla="*/ 3291102 h 3631362"/>
              <a:gd name="connsiteX3" fmla="*/ 1912084 w 1912084"/>
              <a:gd name="connsiteY3" fmla="*/ 3370304 h 3631362"/>
              <a:gd name="connsiteX4" fmla="*/ 1477400 w 1912084"/>
              <a:gd name="connsiteY4" fmla="*/ 3631362 h 3631362"/>
              <a:gd name="connsiteX5" fmla="*/ 1472304 w 1912084"/>
              <a:gd name="connsiteY5" fmla="*/ 3599174 h 3631362"/>
              <a:gd name="connsiteX6" fmla="*/ 147049 w 1912084"/>
              <a:gd name="connsiteY6" fmla="*/ 198900 h 36313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912084" h="3631362">
                <a:moveTo>
                  <a:pt x="0" y="0"/>
                </a:moveTo>
                <a:lnTo>
                  <a:pt x="47861" y="45405"/>
                </a:lnTo>
                <a:cubicBezTo>
                  <a:pt x="862909" y="863313"/>
                  <a:pt x="1489673" y="1962910"/>
                  <a:pt x="1889805" y="3291102"/>
                </a:cubicBezTo>
                <a:lnTo>
                  <a:pt x="1912084" y="3370304"/>
                </a:lnTo>
                <a:lnTo>
                  <a:pt x="1477400" y="3631362"/>
                </a:lnTo>
                <a:lnTo>
                  <a:pt x="1472304" y="3599174"/>
                </a:lnTo>
                <a:cubicBezTo>
                  <a:pt x="1240507" y="2266284"/>
                  <a:pt x="788947" y="1117232"/>
                  <a:pt x="147049" y="198900"/>
                </a:cubicBezTo>
                <a:close/>
              </a:path>
            </a:pathLst>
          </a:custGeom>
          <a:solidFill>
            <a:srgbClr val="3D0029"/>
          </a:solidFill>
        </p:spPr>
        <p:txBody>
          <a:bodyPr vert="horz" wrap="square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>
              <a:solidFill>
                <a:srgbClr val="1A2A4F"/>
              </a:solidFill>
            </a:endParaRPr>
          </a:p>
        </p:txBody>
      </p:sp>
      <p:sp>
        <p:nvSpPr>
          <p:cNvPr id="11" name="Text Placeholder 12"/>
          <p:cNvSpPr>
            <a:spLocks noGrp="1"/>
          </p:cNvSpPr>
          <p:nvPr>
            <p:ph type="body" sz="quarter" idx="11" hasCustomPrompt="1"/>
          </p:nvPr>
        </p:nvSpPr>
        <p:spPr>
          <a:xfrm>
            <a:off x="697237" y="573709"/>
            <a:ext cx="4173527" cy="476034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3200" b="1" i="0" spc="-100" baseline="0">
                <a:solidFill>
                  <a:srgbClr val="3D0029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pPr lvl="0"/>
            <a:r>
              <a:rPr lang="en-US" dirty="0"/>
              <a:t>Headline goes here</a:t>
            </a:r>
          </a:p>
        </p:txBody>
      </p:sp>
      <p:sp>
        <p:nvSpPr>
          <p:cNvPr id="12" name="Text Placeholder 12"/>
          <p:cNvSpPr>
            <a:spLocks noGrp="1"/>
          </p:cNvSpPr>
          <p:nvPr>
            <p:ph type="body" sz="quarter" idx="12" hasCustomPrompt="1"/>
          </p:nvPr>
        </p:nvSpPr>
        <p:spPr>
          <a:xfrm>
            <a:off x="697237" y="1049742"/>
            <a:ext cx="4408918" cy="59372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2000" b="0" i="0" spc="-50" baseline="0">
                <a:solidFill>
                  <a:srgbClr val="BAA360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pPr lvl="0"/>
            <a:r>
              <a:rPr lang="en-US" dirty="0"/>
              <a:t>Sub headline goes here</a:t>
            </a:r>
          </a:p>
        </p:txBody>
      </p:sp>
      <p:pic>
        <p:nvPicPr>
          <p:cNvPr id="14" name="Picture 1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2684" y="5882633"/>
            <a:ext cx="1170308" cy="646724"/>
          </a:xfrm>
          <a:prstGeom prst="rect">
            <a:avLst/>
          </a:prstGeom>
        </p:spPr>
      </p:pic>
      <p:sp>
        <p:nvSpPr>
          <p:cNvPr id="22" name="Text Placeholder 12"/>
          <p:cNvSpPr>
            <a:spLocks noGrp="1"/>
          </p:cNvSpPr>
          <p:nvPr>
            <p:ph type="body" sz="quarter" idx="13" hasCustomPrompt="1"/>
          </p:nvPr>
        </p:nvSpPr>
        <p:spPr>
          <a:xfrm>
            <a:off x="692685" y="1819747"/>
            <a:ext cx="5309763" cy="3865829"/>
          </a:xfrm>
          <a:prstGeom prst="rect">
            <a:avLst/>
          </a:prstGeom>
        </p:spPr>
        <p:txBody>
          <a:bodyPr>
            <a:noAutofit/>
          </a:bodyPr>
          <a:lstStyle>
            <a:lvl1pPr marL="285750" indent="-285750">
              <a:lnSpc>
                <a:spcPct val="100000"/>
              </a:lnSpc>
              <a:spcBef>
                <a:spcPts val="0"/>
              </a:spcBef>
              <a:buFont typeface="Arial" charset="0"/>
              <a:buChar char="•"/>
              <a:defRPr sz="1600" b="0" i="0" spc="0"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pPr lvl="0"/>
            <a:r>
              <a:rPr lang="en-US" dirty="0"/>
              <a:t>Text goes here</a:t>
            </a:r>
          </a:p>
        </p:txBody>
      </p:sp>
      <p:sp>
        <p:nvSpPr>
          <p:cNvPr id="10" name="Picture Placeholder 2"/>
          <p:cNvSpPr>
            <a:spLocks noGrp="1"/>
          </p:cNvSpPr>
          <p:nvPr>
            <p:ph type="pic" sz="quarter" idx="16" hasCustomPrompt="1"/>
          </p:nvPr>
        </p:nvSpPr>
        <p:spPr>
          <a:xfrm>
            <a:off x="5263986" y="-9600"/>
            <a:ext cx="3896484" cy="6894392"/>
          </a:xfrm>
          <a:custGeom>
            <a:avLst/>
            <a:gdLst>
              <a:gd name="connsiteX0" fmla="*/ 0 w 10000"/>
              <a:gd name="connsiteY0" fmla="*/ 2000 h 10000"/>
              <a:gd name="connsiteX1" fmla="*/ 2000 w 10000"/>
              <a:gd name="connsiteY1" fmla="*/ 0 h 10000"/>
              <a:gd name="connsiteX2" fmla="*/ 10000 w 10000"/>
              <a:gd name="connsiteY2" fmla="*/ 0 h 10000"/>
              <a:gd name="connsiteX3" fmla="*/ 10000 w 10000"/>
              <a:gd name="connsiteY3" fmla="*/ 10000 h 10000"/>
              <a:gd name="connsiteX4" fmla="*/ 0 w 10000"/>
              <a:gd name="connsiteY4" fmla="*/ 10000 h 10000"/>
              <a:gd name="connsiteX5" fmla="*/ 0 w 10000"/>
              <a:gd name="connsiteY5" fmla="*/ 2000 h 10000"/>
              <a:gd name="connsiteX0" fmla="*/ 0 w 10000"/>
              <a:gd name="connsiteY0" fmla="*/ 2000 h 10000"/>
              <a:gd name="connsiteX1" fmla="*/ 79 w 10000"/>
              <a:gd name="connsiteY1" fmla="*/ 0 h 10000"/>
              <a:gd name="connsiteX2" fmla="*/ 10000 w 10000"/>
              <a:gd name="connsiteY2" fmla="*/ 0 h 10000"/>
              <a:gd name="connsiteX3" fmla="*/ 10000 w 10000"/>
              <a:gd name="connsiteY3" fmla="*/ 10000 h 10000"/>
              <a:gd name="connsiteX4" fmla="*/ 0 w 10000"/>
              <a:gd name="connsiteY4" fmla="*/ 10000 h 10000"/>
              <a:gd name="connsiteX5" fmla="*/ 0 w 10000"/>
              <a:gd name="connsiteY5" fmla="*/ 2000 h 10000"/>
              <a:gd name="connsiteX0" fmla="*/ 2573 w 10000"/>
              <a:gd name="connsiteY0" fmla="*/ 4450 h 10000"/>
              <a:gd name="connsiteX1" fmla="*/ 79 w 10000"/>
              <a:gd name="connsiteY1" fmla="*/ 0 h 10000"/>
              <a:gd name="connsiteX2" fmla="*/ 10000 w 10000"/>
              <a:gd name="connsiteY2" fmla="*/ 0 h 10000"/>
              <a:gd name="connsiteX3" fmla="*/ 10000 w 10000"/>
              <a:gd name="connsiteY3" fmla="*/ 10000 h 10000"/>
              <a:gd name="connsiteX4" fmla="*/ 0 w 10000"/>
              <a:gd name="connsiteY4" fmla="*/ 10000 h 10000"/>
              <a:gd name="connsiteX5" fmla="*/ 2573 w 10000"/>
              <a:gd name="connsiteY5" fmla="*/ 4450 h 10000"/>
              <a:gd name="connsiteX0" fmla="*/ 2495 w 9922"/>
              <a:gd name="connsiteY0" fmla="*/ 4450 h 10000"/>
              <a:gd name="connsiteX1" fmla="*/ 1 w 9922"/>
              <a:gd name="connsiteY1" fmla="*/ 0 h 10000"/>
              <a:gd name="connsiteX2" fmla="*/ 9922 w 9922"/>
              <a:gd name="connsiteY2" fmla="*/ 0 h 10000"/>
              <a:gd name="connsiteX3" fmla="*/ 9922 w 9922"/>
              <a:gd name="connsiteY3" fmla="*/ 10000 h 10000"/>
              <a:gd name="connsiteX4" fmla="*/ 2306 w 9922"/>
              <a:gd name="connsiteY4" fmla="*/ 10000 h 10000"/>
              <a:gd name="connsiteX5" fmla="*/ 2495 w 9922"/>
              <a:gd name="connsiteY5" fmla="*/ 4450 h 10000"/>
              <a:gd name="connsiteX0" fmla="*/ 2515 w 10000"/>
              <a:gd name="connsiteY0" fmla="*/ 4450 h 10005"/>
              <a:gd name="connsiteX1" fmla="*/ 1 w 10000"/>
              <a:gd name="connsiteY1" fmla="*/ 0 h 10005"/>
              <a:gd name="connsiteX2" fmla="*/ 10000 w 10000"/>
              <a:gd name="connsiteY2" fmla="*/ 0 h 10005"/>
              <a:gd name="connsiteX3" fmla="*/ 10000 w 10000"/>
              <a:gd name="connsiteY3" fmla="*/ 10000 h 10005"/>
              <a:gd name="connsiteX4" fmla="*/ 2471 w 10000"/>
              <a:gd name="connsiteY4" fmla="*/ 10005 h 10005"/>
              <a:gd name="connsiteX5" fmla="*/ 2515 w 10000"/>
              <a:gd name="connsiteY5" fmla="*/ 4450 h 10005"/>
              <a:gd name="connsiteX0" fmla="*/ 2515 w 10000"/>
              <a:gd name="connsiteY0" fmla="*/ 4450 h 10005"/>
              <a:gd name="connsiteX1" fmla="*/ 1 w 10000"/>
              <a:gd name="connsiteY1" fmla="*/ 0 h 10005"/>
              <a:gd name="connsiteX2" fmla="*/ 10000 w 10000"/>
              <a:gd name="connsiteY2" fmla="*/ 0 h 10005"/>
              <a:gd name="connsiteX3" fmla="*/ 10000 w 10000"/>
              <a:gd name="connsiteY3" fmla="*/ 10000 h 10005"/>
              <a:gd name="connsiteX4" fmla="*/ 2324 w 10000"/>
              <a:gd name="connsiteY4" fmla="*/ 10005 h 10005"/>
              <a:gd name="connsiteX5" fmla="*/ 2515 w 10000"/>
              <a:gd name="connsiteY5" fmla="*/ 4450 h 10005"/>
              <a:gd name="connsiteX0" fmla="*/ 2542 w 10000"/>
              <a:gd name="connsiteY0" fmla="*/ 4367 h 10005"/>
              <a:gd name="connsiteX1" fmla="*/ 1 w 10000"/>
              <a:gd name="connsiteY1" fmla="*/ 0 h 10005"/>
              <a:gd name="connsiteX2" fmla="*/ 10000 w 10000"/>
              <a:gd name="connsiteY2" fmla="*/ 0 h 10005"/>
              <a:gd name="connsiteX3" fmla="*/ 10000 w 10000"/>
              <a:gd name="connsiteY3" fmla="*/ 10000 h 10005"/>
              <a:gd name="connsiteX4" fmla="*/ 2324 w 10000"/>
              <a:gd name="connsiteY4" fmla="*/ 10005 h 10005"/>
              <a:gd name="connsiteX5" fmla="*/ 2542 w 10000"/>
              <a:gd name="connsiteY5" fmla="*/ 4367 h 10005"/>
              <a:gd name="connsiteX0" fmla="*/ 2542 w 10000"/>
              <a:gd name="connsiteY0" fmla="*/ 4367 h 10005"/>
              <a:gd name="connsiteX1" fmla="*/ 1 w 10000"/>
              <a:gd name="connsiteY1" fmla="*/ 0 h 10005"/>
              <a:gd name="connsiteX2" fmla="*/ 10000 w 10000"/>
              <a:gd name="connsiteY2" fmla="*/ 0 h 10005"/>
              <a:gd name="connsiteX3" fmla="*/ 10000 w 10000"/>
              <a:gd name="connsiteY3" fmla="*/ 10000 h 10005"/>
              <a:gd name="connsiteX4" fmla="*/ 2324 w 10000"/>
              <a:gd name="connsiteY4" fmla="*/ 10005 h 10005"/>
              <a:gd name="connsiteX5" fmla="*/ 2542 w 10000"/>
              <a:gd name="connsiteY5" fmla="*/ 4367 h 10005"/>
              <a:gd name="connsiteX0" fmla="*/ 2542 w 10000"/>
              <a:gd name="connsiteY0" fmla="*/ 4367 h 10005"/>
              <a:gd name="connsiteX1" fmla="*/ 1 w 10000"/>
              <a:gd name="connsiteY1" fmla="*/ 0 h 10005"/>
              <a:gd name="connsiteX2" fmla="*/ 10000 w 10000"/>
              <a:gd name="connsiteY2" fmla="*/ 0 h 10005"/>
              <a:gd name="connsiteX3" fmla="*/ 10000 w 10000"/>
              <a:gd name="connsiteY3" fmla="*/ 10000 h 10005"/>
              <a:gd name="connsiteX4" fmla="*/ 2324 w 10000"/>
              <a:gd name="connsiteY4" fmla="*/ 10005 h 10005"/>
              <a:gd name="connsiteX5" fmla="*/ 2542 w 10000"/>
              <a:gd name="connsiteY5" fmla="*/ 4367 h 10005"/>
              <a:gd name="connsiteX0" fmla="*/ 2542 w 10000"/>
              <a:gd name="connsiteY0" fmla="*/ 4367 h 10005"/>
              <a:gd name="connsiteX1" fmla="*/ 1 w 10000"/>
              <a:gd name="connsiteY1" fmla="*/ 0 h 10005"/>
              <a:gd name="connsiteX2" fmla="*/ 10000 w 10000"/>
              <a:gd name="connsiteY2" fmla="*/ 0 h 10005"/>
              <a:gd name="connsiteX3" fmla="*/ 10000 w 10000"/>
              <a:gd name="connsiteY3" fmla="*/ 10000 h 10005"/>
              <a:gd name="connsiteX4" fmla="*/ 2324 w 10000"/>
              <a:gd name="connsiteY4" fmla="*/ 10005 h 10005"/>
              <a:gd name="connsiteX5" fmla="*/ 2542 w 10000"/>
              <a:gd name="connsiteY5" fmla="*/ 4367 h 10005"/>
              <a:gd name="connsiteX0" fmla="*/ 2542 w 10000"/>
              <a:gd name="connsiteY0" fmla="*/ 4367 h 10005"/>
              <a:gd name="connsiteX1" fmla="*/ 1 w 10000"/>
              <a:gd name="connsiteY1" fmla="*/ 0 h 10005"/>
              <a:gd name="connsiteX2" fmla="*/ 10000 w 10000"/>
              <a:gd name="connsiteY2" fmla="*/ 0 h 10005"/>
              <a:gd name="connsiteX3" fmla="*/ 10000 w 10000"/>
              <a:gd name="connsiteY3" fmla="*/ 10000 h 10005"/>
              <a:gd name="connsiteX4" fmla="*/ 2324 w 10000"/>
              <a:gd name="connsiteY4" fmla="*/ 10005 h 10005"/>
              <a:gd name="connsiteX5" fmla="*/ 2542 w 10000"/>
              <a:gd name="connsiteY5" fmla="*/ 4367 h 10005"/>
              <a:gd name="connsiteX0" fmla="*/ 2601 w 10059"/>
              <a:gd name="connsiteY0" fmla="*/ 4367 h 10005"/>
              <a:gd name="connsiteX1" fmla="*/ 0 w 10059"/>
              <a:gd name="connsiteY1" fmla="*/ 5 h 10005"/>
              <a:gd name="connsiteX2" fmla="*/ 10059 w 10059"/>
              <a:gd name="connsiteY2" fmla="*/ 0 h 10005"/>
              <a:gd name="connsiteX3" fmla="*/ 10059 w 10059"/>
              <a:gd name="connsiteY3" fmla="*/ 10000 h 10005"/>
              <a:gd name="connsiteX4" fmla="*/ 2383 w 10059"/>
              <a:gd name="connsiteY4" fmla="*/ 10005 h 10005"/>
              <a:gd name="connsiteX5" fmla="*/ 2601 w 10059"/>
              <a:gd name="connsiteY5" fmla="*/ 4367 h 10005"/>
              <a:gd name="connsiteX0" fmla="*/ 2601 w 10059"/>
              <a:gd name="connsiteY0" fmla="*/ 4367 h 10005"/>
              <a:gd name="connsiteX1" fmla="*/ 0 w 10059"/>
              <a:gd name="connsiteY1" fmla="*/ 5 h 10005"/>
              <a:gd name="connsiteX2" fmla="*/ 10059 w 10059"/>
              <a:gd name="connsiteY2" fmla="*/ 0 h 10005"/>
              <a:gd name="connsiteX3" fmla="*/ 10059 w 10059"/>
              <a:gd name="connsiteY3" fmla="*/ 10000 h 10005"/>
              <a:gd name="connsiteX4" fmla="*/ 2383 w 10059"/>
              <a:gd name="connsiteY4" fmla="*/ 10005 h 10005"/>
              <a:gd name="connsiteX5" fmla="*/ 2601 w 10059"/>
              <a:gd name="connsiteY5" fmla="*/ 4367 h 10005"/>
              <a:gd name="connsiteX0" fmla="*/ 2601 w 10059"/>
              <a:gd name="connsiteY0" fmla="*/ 4367 h 10005"/>
              <a:gd name="connsiteX1" fmla="*/ 0 w 10059"/>
              <a:gd name="connsiteY1" fmla="*/ 5 h 10005"/>
              <a:gd name="connsiteX2" fmla="*/ 10059 w 10059"/>
              <a:gd name="connsiteY2" fmla="*/ 0 h 10005"/>
              <a:gd name="connsiteX3" fmla="*/ 10059 w 10059"/>
              <a:gd name="connsiteY3" fmla="*/ 10000 h 10005"/>
              <a:gd name="connsiteX4" fmla="*/ 2383 w 10059"/>
              <a:gd name="connsiteY4" fmla="*/ 10005 h 10005"/>
              <a:gd name="connsiteX5" fmla="*/ 2601 w 10059"/>
              <a:gd name="connsiteY5" fmla="*/ 4367 h 10005"/>
              <a:gd name="connsiteX0" fmla="*/ 2601 w 10059"/>
              <a:gd name="connsiteY0" fmla="*/ 4367 h 10005"/>
              <a:gd name="connsiteX1" fmla="*/ 0 w 10059"/>
              <a:gd name="connsiteY1" fmla="*/ 5 h 10005"/>
              <a:gd name="connsiteX2" fmla="*/ 10059 w 10059"/>
              <a:gd name="connsiteY2" fmla="*/ 0 h 10005"/>
              <a:gd name="connsiteX3" fmla="*/ 10059 w 10059"/>
              <a:gd name="connsiteY3" fmla="*/ 10000 h 10005"/>
              <a:gd name="connsiteX4" fmla="*/ 2383 w 10059"/>
              <a:gd name="connsiteY4" fmla="*/ 10005 h 10005"/>
              <a:gd name="connsiteX5" fmla="*/ 2601 w 10059"/>
              <a:gd name="connsiteY5" fmla="*/ 4367 h 10005"/>
              <a:gd name="connsiteX0" fmla="*/ 2601 w 10059"/>
              <a:gd name="connsiteY0" fmla="*/ 4367 h 10005"/>
              <a:gd name="connsiteX1" fmla="*/ 0 w 10059"/>
              <a:gd name="connsiteY1" fmla="*/ 5 h 10005"/>
              <a:gd name="connsiteX2" fmla="*/ 10059 w 10059"/>
              <a:gd name="connsiteY2" fmla="*/ 0 h 10005"/>
              <a:gd name="connsiteX3" fmla="*/ 10059 w 10059"/>
              <a:gd name="connsiteY3" fmla="*/ 10000 h 10005"/>
              <a:gd name="connsiteX4" fmla="*/ 2383 w 10059"/>
              <a:gd name="connsiteY4" fmla="*/ 10005 h 10005"/>
              <a:gd name="connsiteX5" fmla="*/ 2601 w 10059"/>
              <a:gd name="connsiteY5" fmla="*/ 4367 h 10005"/>
              <a:gd name="connsiteX0" fmla="*/ 2601 w 10059"/>
              <a:gd name="connsiteY0" fmla="*/ 4362 h 10000"/>
              <a:gd name="connsiteX1" fmla="*/ 0 w 10059"/>
              <a:gd name="connsiteY1" fmla="*/ 0 h 10000"/>
              <a:gd name="connsiteX2" fmla="*/ 7266 w 10059"/>
              <a:gd name="connsiteY2" fmla="*/ 21 h 10000"/>
              <a:gd name="connsiteX3" fmla="*/ 10059 w 10059"/>
              <a:gd name="connsiteY3" fmla="*/ 9995 h 10000"/>
              <a:gd name="connsiteX4" fmla="*/ 2383 w 10059"/>
              <a:gd name="connsiteY4" fmla="*/ 10000 h 10000"/>
              <a:gd name="connsiteX5" fmla="*/ 2601 w 10059"/>
              <a:gd name="connsiteY5" fmla="*/ 4362 h 10000"/>
              <a:gd name="connsiteX0" fmla="*/ 2601 w 10059"/>
              <a:gd name="connsiteY0" fmla="*/ 4381 h 10019"/>
              <a:gd name="connsiteX1" fmla="*/ 0 w 10059"/>
              <a:gd name="connsiteY1" fmla="*/ 19 h 10019"/>
              <a:gd name="connsiteX2" fmla="*/ 8159 w 10059"/>
              <a:gd name="connsiteY2" fmla="*/ 0 h 10019"/>
              <a:gd name="connsiteX3" fmla="*/ 10059 w 10059"/>
              <a:gd name="connsiteY3" fmla="*/ 10014 h 10019"/>
              <a:gd name="connsiteX4" fmla="*/ 2383 w 10059"/>
              <a:gd name="connsiteY4" fmla="*/ 10019 h 10019"/>
              <a:gd name="connsiteX5" fmla="*/ 2601 w 10059"/>
              <a:gd name="connsiteY5" fmla="*/ 4381 h 10019"/>
              <a:gd name="connsiteX0" fmla="*/ 2601 w 8159"/>
              <a:gd name="connsiteY0" fmla="*/ 4381 h 10019"/>
              <a:gd name="connsiteX1" fmla="*/ 0 w 8159"/>
              <a:gd name="connsiteY1" fmla="*/ 19 h 10019"/>
              <a:gd name="connsiteX2" fmla="*/ 8159 w 8159"/>
              <a:gd name="connsiteY2" fmla="*/ 0 h 10019"/>
              <a:gd name="connsiteX3" fmla="*/ 6582 w 8159"/>
              <a:gd name="connsiteY3" fmla="*/ 9974 h 10019"/>
              <a:gd name="connsiteX4" fmla="*/ 2383 w 8159"/>
              <a:gd name="connsiteY4" fmla="*/ 10019 h 10019"/>
              <a:gd name="connsiteX5" fmla="*/ 2601 w 8159"/>
              <a:gd name="connsiteY5" fmla="*/ 4381 h 10019"/>
              <a:gd name="connsiteX0" fmla="*/ 3188 w 10023"/>
              <a:gd name="connsiteY0" fmla="*/ 4373 h 10034"/>
              <a:gd name="connsiteX1" fmla="*/ 0 w 10023"/>
              <a:gd name="connsiteY1" fmla="*/ 19 h 10034"/>
              <a:gd name="connsiteX2" fmla="*/ 10000 w 10023"/>
              <a:gd name="connsiteY2" fmla="*/ 0 h 10034"/>
              <a:gd name="connsiteX3" fmla="*/ 10023 w 10023"/>
              <a:gd name="connsiteY3" fmla="*/ 10034 h 10034"/>
              <a:gd name="connsiteX4" fmla="*/ 2921 w 10023"/>
              <a:gd name="connsiteY4" fmla="*/ 10000 h 10034"/>
              <a:gd name="connsiteX5" fmla="*/ 3188 w 10023"/>
              <a:gd name="connsiteY5" fmla="*/ 4373 h 100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0023" h="10034">
                <a:moveTo>
                  <a:pt x="3188" y="4373"/>
                </a:moveTo>
                <a:cubicBezTo>
                  <a:pt x="2933" y="3375"/>
                  <a:pt x="2525" y="1794"/>
                  <a:pt x="0" y="19"/>
                </a:cubicBezTo>
                <a:lnTo>
                  <a:pt x="10000" y="0"/>
                </a:lnTo>
                <a:cubicBezTo>
                  <a:pt x="10008" y="3345"/>
                  <a:pt x="10015" y="6689"/>
                  <a:pt x="10023" y="10034"/>
                </a:cubicBezTo>
                <a:lnTo>
                  <a:pt x="2921" y="10000"/>
                </a:lnTo>
                <a:cubicBezTo>
                  <a:pt x="3673" y="8295"/>
                  <a:pt x="4076" y="6513"/>
                  <a:pt x="3188" y="4373"/>
                </a:cubicBez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/>
          <a:lstStyle>
            <a:lvl1pPr marL="228600" marR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lvl1pPr>
          </a:lstStyle>
          <a:p>
            <a:r>
              <a:rPr lang="en-US" dirty="0"/>
              <a:t>Click icon below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44131044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 - with image right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2"/>
          <p:cNvSpPr>
            <a:spLocks noGrp="1"/>
          </p:cNvSpPr>
          <p:nvPr>
            <p:ph type="body" sz="quarter" idx="11" hasCustomPrompt="1"/>
          </p:nvPr>
        </p:nvSpPr>
        <p:spPr>
          <a:xfrm>
            <a:off x="697237" y="573709"/>
            <a:ext cx="4173527" cy="476034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3200" b="1" i="0" spc="-100" baseline="0">
                <a:solidFill>
                  <a:srgbClr val="3D0029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pPr lvl="0"/>
            <a:r>
              <a:rPr lang="en-US" dirty="0"/>
              <a:t>Headline goes here</a:t>
            </a:r>
          </a:p>
        </p:txBody>
      </p:sp>
      <p:sp>
        <p:nvSpPr>
          <p:cNvPr id="12" name="Text Placeholder 12"/>
          <p:cNvSpPr>
            <a:spLocks noGrp="1"/>
          </p:cNvSpPr>
          <p:nvPr>
            <p:ph type="body" sz="quarter" idx="12" hasCustomPrompt="1"/>
          </p:nvPr>
        </p:nvSpPr>
        <p:spPr>
          <a:xfrm>
            <a:off x="697237" y="1049742"/>
            <a:ext cx="4408918" cy="59372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2000" b="0" i="0" spc="-50" baseline="0">
                <a:solidFill>
                  <a:srgbClr val="BAA360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pPr lvl="0"/>
            <a:r>
              <a:rPr lang="en-US" dirty="0"/>
              <a:t>Sub headline goes here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3" hasCustomPrompt="1"/>
          </p:nvPr>
        </p:nvSpPr>
        <p:spPr>
          <a:xfrm>
            <a:off x="692685" y="1819747"/>
            <a:ext cx="5309763" cy="3865829"/>
          </a:xfrm>
          <a:prstGeom prst="rect">
            <a:avLst/>
          </a:prstGeom>
        </p:spPr>
        <p:txBody>
          <a:bodyPr>
            <a:noAutofit/>
          </a:bodyPr>
          <a:lstStyle>
            <a:lvl1pPr marL="285750" indent="-285750">
              <a:lnSpc>
                <a:spcPct val="100000"/>
              </a:lnSpc>
              <a:spcBef>
                <a:spcPts val="0"/>
              </a:spcBef>
              <a:buFont typeface="Arial" charset="0"/>
              <a:buChar char="•"/>
              <a:defRPr sz="1600" b="0" i="0" spc="0"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pPr lvl="0"/>
            <a:r>
              <a:rPr lang="en-US" dirty="0"/>
              <a:t>Text goes here</a:t>
            </a:r>
          </a:p>
        </p:txBody>
      </p:sp>
      <p:pic>
        <p:nvPicPr>
          <p:cNvPr id="14" name="Picture 1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2684" y="5882633"/>
            <a:ext cx="1170308" cy="646724"/>
          </a:xfrm>
          <a:prstGeom prst="rect">
            <a:avLst/>
          </a:prstGeom>
        </p:spPr>
      </p:pic>
      <p:sp>
        <p:nvSpPr>
          <p:cNvPr id="15" name="Freeform 14"/>
          <p:cNvSpPr/>
          <p:nvPr userDrawn="1"/>
        </p:nvSpPr>
        <p:spPr>
          <a:xfrm>
            <a:off x="4289143" y="-3176"/>
            <a:ext cx="2692854" cy="1434477"/>
          </a:xfrm>
          <a:custGeom>
            <a:avLst/>
            <a:gdLst>
              <a:gd name="connsiteX0" fmla="*/ 0 w 2661104"/>
              <a:gd name="connsiteY0" fmla="*/ 0 h 1418602"/>
              <a:gd name="connsiteX1" fmla="*/ 833275 w 2661104"/>
              <a:gd name="connsiteY1" fmla="*/ 0 h 1418602"/>
              <a:gd name="connsiteX2" fmla="*/ 2450968 w 2661104"/>
              <a:gd name="connsiteY2" fmla="*/ 1212297 h 1418602"/>
              <a:gd name="connsiteX3" fmla="*/ 2661104 w 2661104"/>
              <a:gd name="connsiteY3" fmla="*/ 1418602 h 1418602"/>
              <a:gd name="connsiteX4" fmla="*/ 2605866 w 2661104"/>
              <a:gd name="connsiteY4" fmla="*/ 1382644 h 1418602"/>
              <a:gd name="connsiteX5" fmla="*/ 445260 w 2661104"/>
              <a:gd name="connsiteY5" fmla="*/ 207296 h 1418602"/>
              <a:gd name="connsiteX6" fmla="*/ 0 w 2661104"/>
              <a:gd name="connsiteY6" fmla="*/ 0 h 1418602"/>
              <a:gd name="connsiteX0" fmla="*/ 0 w 2718254"/>
              <a:gd name="connsiteY0" fmla="*/ 0 h 1434477"/>
              <a:gd name="connsiteX1" fmla="*/ 890425 w 2718254"/>
              <a:gd name="connsiteY1" fmla="*/ 15875 h 1434477"/>
              <a:gd name="connsiteX2" fmla="*/ 2508118 w 2718254"/>
              <a:gd name="connsiteY2" fmla="*/ 1228172 h 1434477"/>
              <a:gd name="connsiteX3" fmla="*/ 2718254 w 2718254"/>
              <a:gd name="connsiteY3" fmla="*/ 1434477 h 1434477"/>
              <a:gd name="connsiteX4" fmla="*/ 2663016 w 2718254"/>
              <a:gd name="connsiteY4" fmla="*/ 1398519 h 1434477"/>
              <a:gd name="connsiteX5" fmla="*/ 502410 w 2718254"/>
              <a:gd name="connsiteY5" fmla="*/ 223171 h 1434477"/>
              <a:gd name="connsiteX6" fmla="*/ 0 w 2718254"/>
              <a:gd name="connsiteY6" fmla="*/ 0 h 1434477"/>
              <a:gd name="connsiteX0" fmla="*/ 0 w 2692854"/>
              <a:gd name="connsiteY0" fmla="*/ 0 h 1431302"/>
              <a:gd name="connsiteX1" fmla="*/ 865025 w 2692854"/>
              <a:gd name="connsiteY1" fmla="*/ 12700 h 1431302"/>
              <a:gd name="connsiteX2" fmla="*/ 2482718 w 2692854"/>
              <a:gd name="connsiteY2" fmla="*/ 1224997 h 1431302"/>
              <a:gd name="connsiteX3" fmla="*/ 2692854 w 2692854"/>
              <a:gd name="connsiteY3" fmla="*/ 1431302 h 1431302"/>
              <a:gd name="connsiteX4" fmla="*/ 2637616 w 2692854"/>
              <a:gd name="connsiteY4" fmla="*/ 1395344 h 1431302"/>
              <a:gd name="connsiteX5" fmla="*/ 477010 w 2692854"/>
              <a:gd name="connsiteY5" fmla="*/ 219996 h 1431302"/>
              <a:gd name="connsiteX6" fmla="*/ 0 w 2692854"/>
              <a:gd name="connsiteY6" fmla="*/ 0 h 1431302"/>
              <a:gd name="connsiteX0" fmla="*/ 0 w 2692854"/>
              <a:gd name="connsiteY0" fmla="*/ 3175 h 1434477"/>
              <a:gd name="connsiteX1" fmla="*/ 865025 w 2692854"/>
              <a:gd name="connsiteY1" fmla="*/ 0 h 1434477"/>
              <a:gd name="connsiteX2" fmla="*/ 2482718 w 2692854"/>
              <a:gd name="connsiteY2" fmla="*/ 1228172 h 1434477"/>
              <a:gd name="connsiteX3" fmla="*/ 2692854 w 2692854"/>
              <a:gd name="connsiteY3" fmla="*/ 1434477 h 1434477"/>
              <a:gd name="connsiteX4" fmla="*/ 2637616 w 2692854"/>
              <a:gd name="connsiteY4" fmla="*/ 1398519 h 1434477"/>
              <a:gd name="connsiteX5" fmla="*/ 477010 w 2692854"/>
              <a:gd name="connsiteY5" fmla="*/ 223171 h 1434477"/>
              <a:gd name="connsiteX6" fmla="*/ 0 w 2692854"/>
              <a:gd name="connsiteY6" fmla="*/ 3175 h 14344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692854" h="1434477">
                <a:moveTo>
                  <a:pt x="0" y="3175"/>
                </a:moveTo>
                <a:lnTo>
                  <a:pt x="865025" y="0"/>
                </a:lnTo>
                <a:cubicBezTo>
                  <a:pt x="1340750" y="320234"/>
                  <a:pt x="1967188" y="748716"/>
                  <a:pt x="2482718" y="1228172"/>
                </a:cubicBezTo>
                <a:lnTo>
                  <a:pt x="2692854" y="1434477"/>
                </a:lnTo>
                <a:lnTo>
                  <a:pt x="2637616" y="1398519"/>
                </a:lnTo>
                <a:cubicBezTo>
                  <a:pt x="2338709" y="1207951"/>
                  <a:pt x="1470347" y="700365"/>
                  <a:pt x="477010" y="223171"/>
                </a:cubicBezTo>
                <a:lnTo>
                  <a:pt x="0" y="3175"/>
                </a:lnTo>
                <a:close/>
              </a:path>
            </a:pathLst>
          </a:custGeom>
          <a:solidFill>
            <a:srgbClr val="3D0029"/>
          </a:solidFill>
          <a:ln>
            <a:noFill/>
          </a:ln>
          <a:effectLst>
            <a:outerShdw blurRad="50800" dist="50800" dir="5400000" sx="1000" sy="1000" algn="ctr" rotWithShape="0">
              <a:srgbClr val="000000">
                <a:alpha val="43137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Freeform 15"/>
          <p:cNvSpPr/>
          <p:nvPr userDrawn="1"/>
        </p:nvSpPr>
        <p:spPr>
          <a:xfrm>
            <a:off x="5762543" y="1434466"/>
            <a:ext cx="1219532" cy="5429884"/>
          </a:xfrm>
          <a:custGeom>
            <a:avLst/>
            <a:gdLst>
              <a:gd name="connsiteX0" fmla="*/ 1219502 w 1219532"/>
              <a:gd name="connsiteY0" fmla="*/ 0 h 5429884"/>
              <a:gd name="connsiteX1" fmla="*/ 1219532 w 1219532"/>
              <a:gd name="connsiteY1" fmla="*/ 30 h 5429884"/>
              <a:gd name="connsiteX2" fmla="*/ 617437 w 1219532"/>
              <a:gd name="connsiteY2" fmla="*/ 5429884 h 5429884"/>
              <a:gd name="connsiteX3" fmla="*/ 0 w 1219532"/>
              <a:gd name="connsiteY3" fmla="*/ 5428857 h 5429884"/>
              <a:gd name="connsiteX4" fmla="*/ 0 w 1219532"/>
              <a:gd name="connsiteY4" fmla="*/ 5423534 h 5429884"/>
              <a:gd name="connsiteX5" fmla="*/ 9526 w 1219532"/>
              <a:gd name="connsiteY5" fmla="*/ 5423534 h 54298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532" h="5429884">
                <a:moveTo>
                  <a:pt x="1219502" y="0"/>
                </a:moveTo>
                <a:lnTo>
                  <a:pt x="1219532" y="30"/>
                </a:lnTo>
                <a:lnTo>
                  <a:pt x="617437" y="5429884"/>
                </a:lnTo>
                <a:lnTo>
                  <a:pt x="0" y="5428857"/>
                </a:lnTo>
                <a:lnTo>
                  <a:pt x="0" y="5423534"/>
                </a:lnTo>
                <a:lnTo>
                  <a:pt x="9526" y="5423534"/>
                </a:lnTo>
                <a:close/>
              </a:path>
            </a:pathLst>
          </a:custGeom>
          <a:solidFill>
            <a:srgbClr val="531C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Picture Placeholder 3"/>
          <p:cNvSpPr>
            <a:spLocks noGrp="1"/>
          </p:cNvSpPr>
          <p:nvPr>
            <p:ph type="pic" sz="quarter" idx="15" hasCustomPrompt="1"/>
          </p:nvPr>
        </p:nvSpPr>
        <p:spPr>
          <a:xfrm>
            <a:off x="5154997" y="-3601"/>
            <a:ext cx="4012145" cy="6877548"/>
          </a:xfrm>
          <a:custGeom>
            <a:avLst/>
            <a:gdLst>
              <a:gd name="connsiteX0" fmla="*/ 0 w 10000"/>
              <a:gd name="connsiteY0" fmla="*/ 2000 h 10000"/>
              <a:gd name="connsiteX1" fmla="*/ 2000 w 10000"/>
              <a:gd name="connsiteY1" fmla="*/ 0 h 10000"/>
              <a:gd name="connsiteX2" fmla="*/ 10000 w 10000"/>
              <a:gd name="connsiteY2" fmla="*/ 0 h 10000"/>
              <a:gd name="connsiteX3" fmla="*/ 10000 w 10000"/>
              <a:gd name="connsiteY3" fmla="*/ 10000 h 10000"/>
              <a:gd name="connsiteX4" fmla="*/ 0 w 10000"/>
              <a:gd name="connsiteY4" fmla="*/ 10000 h 10000"/>
              <a:gd name="connsiteX5" fmla="*/ 0 w 10000"/>
              <a:gd name="connsiteY5" fmla="*/ 2000 h 10000"/>
              <a:gd name="connsiteX0" fmla="*/ 0 w 10000"/>
              <a:gd name="connsiteY0" fmla="*/ 2000 h 10000"/>
              <a:gd name="connsiteX1" fmla="*/ 16 w 10000"/>
              <a:gd name="connsiteY1" fmla="*/ 29 h 10000"/>
              <a:gd name="connsiteX2" fmla="*/ 10000 w 10000"/>
              <a:gd name="connsiteY2" fmla="*/ 0 h 10000"/>
              <a:gd name="connsiteX3" fmla="*/ 10000 w 10000"/>
              <a:gd name="connsiteY3" fmla="*/ 10000 h 10000"/>
              <a:gd name="connsiteX4" fmla="*/ 0 w 10000"/>
              <a:gd name="connsiteY4" fmla="*/ 10000 h 10000"/>
              <a:gd name="connsiteX5" fmla="*/ 0 w 10000"/>
              <a:gd name="connsiteY5" fmla="*/ 2000 h 10000"/>
              <a:gd name="connsiteX0" fmla="*/ 3638 w 10000"/>
              <a:gd name="connsiteY0" fmla="*/ 2129 h 10000"/>
              <a:gd name="connsiteX1" fmla="*/ 16 w 10000"/>
              <a:gd name="connsiteY1" fmla="*/ 29 h 10000"/>
              <a:gd name="connsiteX2" fmla="*/ 10000 w 10000"/>
              <a:gd name="connsiteY2" fmla="*/ 0 h 10000"/>
              <a:gd name="connsiteX3" fmla="*/ 10000 w 10000"/>
              <a:gd name="connsiteY3" fmla="*/ 10000 h 10000"/>
              <a:gd name="connsiteX4" fmla="*/ 0 w 10000"/>
              <a:gd name="connsiteY4" fmla="*/ 10000 h 10000"/>
              <a:gd name="connsiteX5" fmla="*/ 3638 w 10000"/>
              <a:gd name="connsiteY5" fmla="*/ 2129 h 10000"/>
              <a:gd name="connsiteX0" fmla="*/ 3623 w 9985"/>
              <a:gd name="connsiteY0" fmla="*/ 2129 h 10014"/>
              <a:gd name="connsiteX1" fmla="*/ 1 w 9985"/>
              <a:gd name="connsiteY1" fmla="*/ 29 h 10014"/>
              <a:gd name="connsiteX2" fmla="*/ 9985 w 9985"/>
              <a:gd name="connsiteY2" fmla="*/ 0 h 10014"/>
              <a:gd name="connsiteX3" fmla="*/ 9985 w 9985"/>
              <a:gd name="connsiteY3" fmla="*/ 10000 h 10014"/>
              <a:gd name="connsiteX4" fmla="*/ 2378 w 9985"/>
              <a:gd name="connsiteY4" fmla="*/ 10014 h 10014"/>
              <a:gd name="connsiteX5" fmla="*/ 3623 w 9985"/>
              <a:gd name="connsiteY5" fmla="*/ 2129 h 10014"/>
              <a:gd name="connsiteX0" fmla="*/ 3628 w 10000"/>
              <a:gd name="connsiteY0" fmla="*/ 2126 h 9986"/>
              <a:gd name="connsiteX1" fmla="*/ 1 w 10000"/>
              <a:gd name="connsiteY1" fmla="*/ 29 h 9986"/>
              <a:gd name="connsiteX2" fmla="*/ 10000 w 10000"/>
              <a:gd name="connsiteY2" fmla="*/ 0 h 9986"/>
              <a:gd name="connsiteX3" fmla="*/ 10000 w 10000"/>
              <a:gd name="connsiteY3" fmla="*/ 9986 h 9986"/>
              <a:gd name="connsiteX4" fmla="*/ 2402 w 10000"/>
              <a:gd name="connsiteY4" fmla="*/ 9981 h 9986"/>
              <a:gd name="connsiteX5" fmla="*/ 3628 w 10000"/>
              <a:gd name="connsiteY5" fmla="*/ 2126 h 9986"/>
              <a:gd name="connsiteX0" fmla="*/ 3601 w 10000"/>
              <a:gd name="connsiteY0" fmla="*/ 2095 h 10000"/>
              <a:gd name="connsiteX1" fmla="*/ 1 w 10000"/>
              <a:gd name="connsiteY1" fmla="*/ 29 h 10000"/>
              <a:gd name="connsiteX2" fmla="*/ 10000 w 10000"/>
              <a:gd name="connsiteY2" fmla="*/ 0 h 10000"/>
              <a:gd name="connsiteX3" fmla="*/ 10000 w 10000"/>
              <a:gd name="connsiteY3" fmla="*/ 10000 h 10000"/>
              <a:gd name="connsiteX4" fmla="*/ 2402 w 10000"/>
              <a:gd name="connsiteY4" fmla="*/ 9995 h 10000"/>
              <a:gd name="connsiteX5" fmla="*/ 3601 w 10000"/>
              <a:gd name="connsiteY5" fmla="*/ 2095 h 10000"/>
              <a:gd name="connsiteX0" fmla="*/ 3601 w 10000"/>
              <a:gd name="connsiteY0" fmla="*/ 2095 h 10000"/>
              <a:gd name="connsiteX1" fmla="*/ 1 w 10000"/>
              <a:gd name="connsiteY1" fmla="*/ 9 h 10000"/>
              <a:gd name="connsiteX2" fmla="*/ 10000 w 10000"/>
              <a:gd name="connsiteY2" fmla="*/ 0 h 10000"/>
              <a:gd name="connsiteX3" fmla="*/ 10000 w 10000"/>
              <a:gd name="connsiteY3" fmla="*/ 10000 h 10000"/>
              <a:gd name="connsiteX4" fmla="*/ 2402 w 10000"/>
              <a:gd name="connsiteY4" fmla="*/ 9995 h 10000"/>
              <a:gd name="connsiteX5" fmla="*/ 3601 w 10000"/>
              <a:gd name="connsiteY5" fmla="*/ 2095 h 10000"/>
              <a:gd name="connsiteX0" fmla="*/ 3601 w 10000"/>
              <a:gd name="connsiteY0" fmla="*/ 2096 h 10001"/>
              <a:gd name="connsiteX1" fmla="*/ 1 w 10000"/>
              <a:gd name="connsiteY1" fmla="*/ 0 h 10001"/>
              <a:gd name="connsiteX2" fmla="*/ 10000 w 10000"/>
              <a:gd name="connsiteY2" fmla="*/ 1 h 10001"/>
              <a:gd name="connsiteX3" fmla="*/ 10000 w 10000"/>
              <a:gd name="connsiteY3" fmla="*/ 10001 h 10001"/>
              <a:gd name="connsiteX4" fmla="*/ 2402 w 10000"/>
              <a:gd name="connsiteY4" fmla="*/ 9996 h 10001"/>
              <a:gd name="connsiteX5" fmla="*/ 3601 w 10000"/>
              <a:gd name="connsiteY5" fmla="*/ 2096 h 10001"/>
              <a:gd name="connsiteX0" fmla="*/ 3600 w 9999"/>
              <a:gd name="connsiteY0" fmla="*/ 2096 h 10001"/>
              <a:gd name="connsiteX1" fmla="*/ 0 w 9999"/>
              <a:gd name="connsiteY1" fmla="*/ 0 h 10001"/>
              <a:gd name="connsiteX2" fmla="*/ 9999 w 9999"/>
              <a:gd name="connsiteY2" fmla="*/ 1 h 10001"/>
              <a:gd name="connsiteX3" fmla="*/ 9999 w 9999"/>
              <a:gd name="connsiteY3" fmla="*/ 10001 h 10001"/>
              <a:gd name="connsiteX4" fmla="*/ 2401 w 9999"/>
              <a:gd name="connsiteY4" fmla="*/ 9996 h 10001"/>
              <a:gd name="connsiteX5" fmla="*/ 3600 w 9999"/>
              <a:gd name="connsiteY5" fmla="*/ 2096 h 10001"/>
              <a:gd name="connsiteX0" fmla="*/ 3600 w 10000"/>
              <a:gd name="connsiteY0" fmla="*/ 2096 h 10000"/>
              <a:gd name="connsiteX1" fmla="*/ 0 w 10000"/>
              <a:gd name="connsiteY1" fmla="*/ 0 h 10000"/>
              <a:gd name="connsiteX2" fmla="*/ 10000 w 10000"/>
              <a:gd name="connsiteY2" fmla="*/ 1 h 10000"/>
              <a:gd name="connsiteX3" fmla="*/ 10000 w 10000"/>
              <a:gd name="connsiteY3" fmla="*/ 10000 h 10000"/>
              <a:gd name="connsiteX4" fmla="*/ 2401 w 10000"/>
              <a:gd name="connsiteY4" fmla="*/ 9995 h 10000"/>
              <a:gd name="connsiteX5" fmla="*/ 3600 w 10000"/>
              <a:gd name="connsiteY5" fmla="*/ 2096 h 10000"/>
              <a:gd name="connsiteX0" fmla="*/ 3613 w 10013"/>
              <a:gd name="connsiteY0" fmla="*/ 2095 h 9999"/>
              <a:gd name="connsiteX1" fmla="*/ 0 w 10013"/>
              <a:gd name="connsiteY1" fmla="*/ 4 h 9999"/>
              <a:gd name="connsiteX2" fmla="*/ 10013 w 10013"/>
              <a:gd name="connsiteY2" fmla="*/ 0 h 9999"/>
              <a:gd name="connsiteX3" fmla="*/ 10013 w 10013"/>
              <a:gd name="connsiteY3" fmla="*/ 9999 h 9999"/>
              <a:gd name="connsiteX4" fmla="*/ 2414 w 10013"/>
              <a:gd name="connsiteY4" fmla="*/ 9994 h 9999"/>
              <a:gd name="connsiteX5" fmla="*/ 3613 w 10013"/>
              <a:gd name="connsiteY5" fmla="*/ 2095 h 9999"/>
              <a:gd name="connsiteX0" fmla="*/ 3608 w 10000"/>
              <a:gd name="connsiteY0" fmla="*/ 2091 h 9996"/>
              <a:gd name="connsiteX1" fmla="*/ 0 w 10000"/>
              <a:gd name="connsiteY1" fmla="*/ 0 h 9996"/>
              <a:gd name="connsiteX2" fmla="*/ 7348 w 10000"/>
              <a:gd name="connsiteY2" fmla="*/ 9 h 9996"/>
              <a:gd name="connsiteX3" fmla="*/ 10000 w 10000"/>
              <a:gd name="connsiteY3" fmla="*/ 9996 h 9996"/>
              <a:gd name="connsiteX4" fmla="*/ 2411 w 10000"/>
              <a:gd name="connsiteY4" fmla="*/ 9991 h 9996"/>
              <a:gd name="connsiteX5" fmla="*/ 3608 w 10000"/>
              <a:gd name="connsiteY5" fmla="*/ 2091 h 9996"/>
              <a:gd name="connsiteX0" fmla="*/ 3608 w 10000"/>
              <a:gd name="connsiteY0" fmla="*/ 2092 h 10000"/>
              <a:gd name="connsiteX1" fmla="*/ 0 w 10000"/>
              <a:gd name="connsiteY1" fmla="*/ 0 h 10000"/>
              <a:gd name="connsiteX2" fmla="*/ 7921 w 10000"/>
              <a:gd name="connsiteY2" fmla="*/ 9 h 10000"/>
              <a:gd name="connsiteX3" fmla="*/ 10000 w 10000"/>
              <a:gd name="connsiteY3" fmla="*/ 10000 h 10000"/>
              <a:gd name="connsiteX4" fmla="*/ 2411 w 10000"/>
              <a:gd name="connsiteY4" fmla="*/ 9995 h 10000"/>
              <a:gd name="connsiteX5" fmla="*/ 3608 w 10000"/>
              <a:gd name="connsiteY5" fmla="*/ 2092 h 10000"/>
              <a:gd name="connsiteX0" fmla="*/ 3608 w 7921"/>
              <a:gd name="connsiteY0" fmla="*/ 2092 h 9995"/>
              <a:gd name="connsiteX1" fmla="*/ 0 w 7921"/>
              <a:gd name="connsiteY1" fmla="*/ 0 h 9995"/>
              <a:gd name="connsiteX2" fmla="*/ 7921 w 7921"/>
              <a:gd name="connsiteY2" fmla="*/ 9 h 9995"/>
              <a:gd name="connsiteX3" fmla="*/ 7420 w 7921"/>
              <a:gd name="connsiteY3" fmla="*/ 9974 h 9995"/>
              <a:gd name="connsiteX4" fmla="*/ 2411 w 7921"/>
              <a:gd name="connsiteY4" fmla="*/ 9995 h 9995"/>
              <a:gd name="connsiteX5" fmla="*/ 3608 w 7921"/>
              <a:gd name="connsiteY5" fmla="*/ 2092 h 9995"/>
              <a:gd name="connsiteX0" fmla="*/ 4555 w 10024"/>
              <a:gd name="connsiteY0" fmla="*/ 2093 h 10019"/>
              <a:gd name="connsiteX1" fmla="*/ 0 w 10024"/>
              <a:gd name="connsiteY1" fmla="*/ 0 h 10019"/>
              <a:gd name="connsiteX2" fmla="*/ 10000 w 10024"/>
              <a:gd name="connsiteY2" fmla="*/ 9 h 10019"/>
              <a:gd name="connsiteX3" fmla="*/ 10024 w 10024"/>
              <a:gd name="connsiteY3" fmla="*/ 10019 h 10019"/>
              <a:gd name="connsiteX4" fmla="*/ 3044 w 10024"/>
              <a:gd name="connsiteY4" fmla="*/ 10000 h 10019"/>
              <a:gd name="connsiteX5" fmla="*/ 4555 w 10024"/>
              <a:gd name="connsiteY5" fmla="*/ 2093 h 100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0024" h="10019">
                <a:moveTo>
                  <a:pt x="4555" y="2093"/>
                </a:moveTo>
                <a:cubicBezTo>
                  <a:pt x="3391" y="1363"/>
                  <a:pt x="1216" y="491"/>
                  <a:pt x="0" y="0"/>
                </a:cubicBezTo>
                <a:lnTo>
                  <a:pt x="10000" y="9"/>
                </a:lnTo>
                <a:cubicBezTo>
                  <a:pt x="10008" y="3346"/>
                  <a:pt x="10016" y="6682"/>
                  <a:pt x="10024" y="10019"/>
                </a:cubicBezTo>
                <a:lnTo>
                  <a:pt x="3044" y="10000"/>
                </a:lnTo>
                <a:lnTo>
                  <a:pt x="4555" y="2093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/>
          <a:lstStyle>
            <a:lvl1pPr marL="228600" marR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lvl1pPr>
          </a:lstStyle>
          <a:p>
            <a:r>
              <a:rPr lang="en-US" dirty="0"/>
              <a:t>Click icon below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55116284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 - with image left 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2"/>
          <p:cNvSpPr>
            <a:spLocks noGrp="1"/>
          </p:cNvSpPr>
          <p:nvPr>
            <p:ph type="body" sz="quarter" idx="11" hasCustomPrompt="1"/>
          </p:nvPr>
        </p:nvSpPr>
        <p:spPr>
          <a:xfrm>
            <a:off x="4098464" y="1177025"/>
            <a:ext cx="4173527" cy="476034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3200" b="1" i="0" spc="-100" baseline="0">
                <a:solidFill>
                  <a:srgbClr val="3D0029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pPr lvl="0"/>
            <a:r>
              <a:rPr lang="en-US" dirty="0"/>
              <a:t>Headline goes here</a:t>
            </a:r>
          </a:p>
        </p:txBody>
      </p:sp>
      <p:sp>
        <p:nvSpPr>
          <p:cNvPr id="12" name="Text Placeholder 12"/>
          <p:cNvSpPr>
            <a:spLocks noGrp="1"/>
          </p:cNvSpPr>
          <p:nvPr>
            <p:ph type="body" sz="quarter" idx="12" hasCustomPrompt="1"/>
          </p:nvPr>
        </p:nvSpPr>
        <p:spPr>
          <a:xfrm>
            <a:off x="4098464" y="1653058"/>
            <a:ext cx="4408918" cy="59372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2000" b="0" i="0" spc="-50" baseline="0">
                <a:solidFill>
                  <a:srgbClr val="BAA360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pPr lvl="0"/>
            <a:r>
              <a:rPr lang="en-US" dirty="0"/>
              <a:t>Sub headline goes here</a:t>
            </a:r>
          </a:p>
        </p:txBody>
      </p:sp>
      <p:sp>
        <p:nvSpPr>
          <p:cNvPr id="22" name="Text Placeholder 12"/>
          <p:cNvSpPr>
            <a:spLocks noGrp="1"/>
          </p:cNvSpPr>
          <p:nvPr>
            <p:ph type="body" sz="quarter" idx="13" hasCustomPrompt="1"/>
          </p:nvPr>
        </p:nvSpPr>
        <p:spPr>
          <a:xfrm>
            <a:off x="4098464" y="2423063"/>
            <a:ext cx="4408918" cy="2817273"/>
          </a:xfrm>
          <a:prstGeom prst="rect">
            <a:avLst/>
          </a:prstGeom>
        </p:spPr>
        <p:txBody>
          <a:bodyPr>
            <a:noAutofit/>
          </a:bodyPr>
          <a:lstStyle>
            <a:lvl1pPr marL="285750" indent="-285750">
              <a:lnSpc>
                <a:spcPct val="100000"/>
              </a:lnSpc>
              <a:spcBef>
                <a:spcPts val="0"/>
              </a:spcBef>
              <a:buFont typeface="Arial" charset="0"/>
              <a:buChar char="•"/>
              <a:defRPr sz="1600" b="0" i="0" spc="0"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pPr lvl="0"/>
            <a:r>
              <a:rPr lang="en-US" dirty="0"/>
              <a:t>Text goes here</a:t>
            </a:r>
          </a:p>
        </p:txBody>
      </p:sp>
      <p:grpSp>
        <p:nvGrpSpPr>
          <p:cNvPr id="3" name="Group 2"/>
          <p:cNvGrpSpPr/>
          <p:nvPr userDrawn="1"/>
        </p:nvGrpSpPr>
        <p:grpSpPr>
          <a:xfrm flipH="1">
            <a:off x="1814976" y="383492"/>
            <a:ext cx="3338804" cy="6474508"/>
            <a:chOff x="4000590" y="374206"/>
            <a:chExt cx="3338804" cy="6474508"/>
          </a:xfrm>
        </p:grpSpPr>
        <p:sp>
          <p:nvSpPr>
            <p:cNvPr id="13" name="TextBox 12"/>
            <p:cNvSpPr txBox="1">
              <a:spLocks/>
            </p:cNvSpPr>
            <p:nvPr userDrawn="1"/>
          </p:nvSpPr>
          <p:spPr>
            <a:xfrm rot="1859265">
              <a:off x="4000590" y="374206"/>
              <a:ext cx="3212460" cy="1920108"/>
            </a:xfrm>
            <a:custGeom>
              <a:avLst/>
              <a:gdLst>
                <a:gd name="connsiteX0" fmla="*/ 0 w 3212460"/>
                <a:gd name="connsiteY0" fmla="*/ 368316 h 1920108"/>
                <a:gd name="connsiteX1" fmla="*/ 613277 w 3212460"/>
                <a:gd name="connsiteY1" fmla="*/ 0 h 1920108"/>
                <a:gd name="connsiteX2" fmla="*/ 815519 w 3212460"/>
                <a:gd name="connsiteY2" fmla="*/ 72065 h 1920108"/>
                <a:gd name="connsiteX3" fmla="*/ 3156027 w 3212460"/>
                <a:gd name="connsiteY3" fmla="*/ 1843776 h 1920108"/>
                <a:gd name="connsiteX4" fmla="*/ 3212460 w 3212460"/>
                <a:gd name="connsiteY4" fmla="*/ 1920108 h 1920108"/>
                <a:gd name="connsiteX5" fmla="*/ 3017940 w 3212460"/>
                <a:gd name="connsiteY5" fmla="*/ 1735571 h 1920108"/>
                <a:gd name="connsiteX6" fmla="*/ 56031 w 3212460"/>
                <a:gd name="connsiteY6" fmla="*/ 374148 h 19201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212460" h="1920108">
                  <a:moveTo>
                    <a:pt x="0" y="368316"/>
                  </a:moveTo>
                  <a:lnTo>
                    <a:pt x="613277" y="0"/>
                  </a:lnTo>
                  <a:lnTo>
                    <a:pt x="815519" y="72065"/>
                  </a:lnTo>
                  <a:cubicBezTo>
                    <a:pt x="1739867" y="437366"/>
                    <a:pt x="2527752" y="1040228"/>
                    <a:pt x="3156027" y="1843776"/>
                  </a:cubicBezTo>
                  <a:lnTo>
                    <a:pt x="3212460" y="1920108"/>
                  </a:lnTo>
                  <a:lnTo>
                    <a:pt x="3017940" y="1735571"/>
                  </a:lnTo>
                  <a:cubicBezTo>
                    <a:pt x="2192531" y="995908"/>
                    <a:pt x="1193572" y="525963"/>
                    <a:pt x="56031" y="374148"/>
                  </a:cubicBezTo>
                  <a:close/>
                </a:path>
              </a:pathLst>
            </a:custGeom>
            <a:solidFill>
              <a:srgbClr val="3D0029"/>
            </a:solidFill>
          </p:spPr>
          <p:txBody>
            <a:bodyPr vert="horz" wrap="square" lIns="91440" tIns="45720" rIns="91440" bIns="45720" rtlCol="0">
              <a:no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  <p:sp>
          <p:nvSpPr>
            <p:cNvPr id="15" name="TextBox 14"/>
            <p:cNvSpPr txBox="1">
              <a:spLocks/>
            </p:cNvSpPr>
            <p:nvPr userDrawn="1"/>
          </p:nvSpPr>
          <p:spPr>
            <a:xfrm rot="1859265">
              <a:off x="5427310" y="3217352"/>
              <a:ext cx="1912084" cy="3631362"/>
            </a:xfrm>
            <a:custGeom>
              <a:avLst/>
              <a:gdLst>
                <a:gd name="connsiteX0" fmla="*/ 0 w 1912084"/>
                <a:gd name="connsiteY0" fmla="*/ 0 h 3631362"/>
                <a:gd name="connsiteX1" fmla="*/ 47861 w 1912084"/>
                <a:gd name="connsiteY1" fmla="*/ 45405 h 3631362"/>
                <a:gd name="connsiteX2" fmla="*/ 1889805 w 1912084"/>
                <a:gd name="connsiteY2" fmla="*/ 3291102 h 3631362"/>
                <a:gd name="connsiteX3" fmla="*/ 1912084 w 1912084"/>
                <a:gd name="connsiteY3" fmla="*/ 3370304 h 3631362"/>
                <a:gd name="connsiteX4" fmla="*/ 1477400 w 1912084"/>
                <a:gd name="connsiteY4" fmla="*/ 3631362 h 3631362"/>
                <a:gd name="connsiteX5" fmla="*/ 1472304 w 1912084"/>
                <a:gd name="connsiteY5" fmla="*/ 3599174 h 3631362"/>
                <a:gd name="connsiteX6" fmla="*/ 147049 w 1912084"/>
                <a:gd name="connsiteY6" fmla="*/ 198900 h 36313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912084" h="3631362">
                  <a:moveTo>
                    <a:pt x="0" y="0"/>
                  </a:moveTo>
                  <a:lnTo>
                    <a:pt x="47861" y="45405"/>
                  </a:lnTo>
                  <a:cubicBezTo>
                    <a:pt x="862909" y="863313"/>
                    <a:pt x="1489673" y="1962910"/>
                    <a:pt x="1889805" y="3291102"/>
                  </a:cubicBezTo>
                  <a:lnTo>
                    <a:pt x="1912084" y="3370304"/>
                  </a:lnTo>
                  <a:lnTo>
                    <a:pt x="1477400" y="3631362"/>
                  </a:lnTo>
                  <a:lnTo>
                    <a:pt x="1472304" y="3599174"/>
                  </a:lnTo>
                  <a:cubicBezTo>
                    <a:pt x="1240507" y="2266284"/>
                    <a:pt x="788947" y="1117232"/>
                    <a:pt x="147049" y="198900"/>
                  </a:cubicBezTo>
                  <a:close/>
                </a:path>
              </a:pathLst>
            </a:custGeom>
            <a:solidFill>
              <a:srgbClr val="531C40"/>
            </a:solidFill>
          </p:spPr>
          <p:txBody>
            <a:bodyPr vert="horz" wrap="square" lIns="91440" tIns="45720" rIns="91440" bIns="45720" rtlCol="0">
              <a:no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</p:grpSp>
      <p:sp>
        <p:nvSpPr>
          <p:cNvPr id="6" name="Picture Placeholder 5"/>
          <p:cNvSpPr>
            <a:spLocks noGrp="1"/>
          </p:cNvSpPr>
          <p:nvPr>
            <p:ph type="pic" sz="quarter" idx="14" hasCustomPrompt="1"/>
          </p:nvPr>
        </p:nvSpPr>
        <p:spPr>
          <a:xfrm>
            <a:off x="0" y="0"/>
            <a:ext cx="3913142" cy="6861586"/>
          </a:xfrm>
          <a:custGeom>
            <a:avLst/>
            <a:gdLst>
              <a:gd name="connsiteX0" fmla="*/ 0 w 3348038"/>
              <a:gd name="connsiteY0" fmla="*/ 0 h 6858000"/>
              <a:gd name="connsiteX1" fmla="*/ 2790021 w 3348038"/>
              <a:gd name="connsiteY1" fmla="*/ 0 h 6858000"/>
              <a:gd name="connsiteX2" fmla="*/ 3348038 w 3348038"/>
              <a:gd name="connsiteY2" fmla="*/ 558017 h 6858000"/>
              <a:gd name="connsiteX3" fmla="*/ 3348038 w 3348038"/>
              <a:gd name="connsiteY3" fmla="*/ 6858000 h 6858000"/>
              <a:gd name="connsiteX4" fmla="*/ 0 w 3348038"/>
              <a:gd name="connsiteY4" fmla="*/ 6858000 h 6858000"/>
              <a:gd name="connsiteX5" fmla="*/ 0 w 3348038"/>
              <a:gd name="connsiteY5" fmla="*/ 0 h 6858000"/>
              <a:gd name="connsiteX0" fmla="*/ 0 w 3348038"/>
              <a:gd name="connsiteY0" fmla="*/ 0 h 6858000"/>
              <a:gd name="connsiteX1" fmla="*/ 2790021 w 3348038"/>
              <a:gd name="connsiteY1" fmla="*/ 0 h 6858000"/>
              <a:gd name="connsiteX2" fmla="*/ 3348038 w 3348038"/>
              <a:gd name="connsiteY2" fmla="*/ 558017 h 6858000"/>
              <a:gd name="connsiteX3" fmla="*/ 2771568 w 3348038"/>
              <a:gd name="connsiteY3" fmla="*/ 6858000 h 6858000"/>
              <a:gd name="connsiteX4" fmla="*/ 0 w 3348038"/>
              <a:gd name="connsiteY4" fmla="*/ 6858000 h 6858000"/>
              <a:gd name="connsiteX5" fmla="*/ 0 w 3348038"/>
              <a:gd name="connsiteY5" fmla="*/ 0 h 6858000"/>
              <a:gd name="connsiteX0" fmla="*/ 0 w 2790021"/>
              <a:gd name="connsiteY0" fmla="*/ 0 h 6858000"/>
              <a:gd name="connsiteX1" fmla="*/ 2790021 w 2790021"/>
              <a:gd name="connsiteY1" fmla="*/ 0 h 6858000"/>
              <a:gd name="connsiteX2" fmla="*/ 2652299 w 2790021"/>
              <a:gd name="connsiteY2" fmla="*/ 2963286 h 6858000"/>
              <a:gd name="connsiteX3" fmla="*/ 2771568 w 2790021"/>
              <a:gd name="connsiteY3" fmla="*/ 6858000 h 6858000"/>
              <a:gd name="connsiteX4" fmla="*/ 0 w 2790021"/>
              <a:gd name="connsiteY4" fmla="*/ 6858000 h 6858000"/>
              <a:gd name="connsiteX5" fmla="*/ 0 w 2790021"/>
              <a:gd name="connsiteY5" fmla="*/ 0 h 6858000"/>
              <a:gd name="connsiteX0" fmla="*/ 0 w 3913142"/>
              <a:gd name="connsiteY0" fmla="*/ 0 h 6858000"/>
              <a:gd name="connsiteX1" fmla="*/ 3913142 w 3913142"/>
              <a:gd name="connsiteY1" fmla="*/ 0 h 6858000"/>
              <a:gd name="connsiteX2" fmla="*/ 2652299 w 3913142"/>
              <a:gd name="connsiteY2" fmla="*/ 2963286 h 6858000"/>
              <a:gd name="connsiteX3" fmla="*/ 2771568 w 3913142"/>
              <a:gd name="connsiteY3" fmla="*/ 6858000 h 6858000"/>
              <a:gd name="connsiteX4" fmla="*/ 0 w 3913142"/>
              <a:gd name="connsiteY4" fmla="*/ 6858000 h 6858000"/>
              <a:gd name="connsiteX5" fmla="*/ 0 w 3913142"/>
              <a:gd name="connsiteY5" fmla="*/ 0 h 6858000"/>
              <a:gd name="connsiteX0" fmla="*/ 0 w 3913142"/>
              <a:gd name="connsiteY0" fmla="*/ 0 h 6858000"/>
              <a:gd name="connsiteX1" fmla="*/ 3913142 w 3913142"/>
              <a:gd name="connsiteY1" fmla="*/ 0 h 6858000"/>
              <a:gd name="connsiteX2" fmla="*/ 2652299 w 3913142"/>
              <a:gd name="connsiteY2" fmla="*/ 2963286 h 6858000"/>
              <a:gd name="connsiteX3" fmla="*/ 2771568 w 3913142"/>
              <a:gd name="connsiteY3" fmla="*/ 6858000 h 6858000"/>
              <a:gd name="connsiteX4" fmla="*/ 0 w 3913142"/>
              <a:gd name="connsiteY4" fmla="*/ 6858000 h 6858000"/>
              <a:gd name="connsiteX5" fmla="*/ 0 w 3913142"/>
              <a:gd name="connsiteY5" fmla="*/ 0 h 6858000"/>
              <a:gd name="connsiteX0" fmla="*/ 0 w 3913142"/>
              <a:gd name="connsiteY0" fmla="*/ 0 h 6858000"/>
              <a:gd name="connsiteX1" fmla="*/ 3913142 w 3913142"/>
              <a:gd name="connsiteY1" fmla="*/ 0 h 6858000"/>
              <a:gd name="connsiteX2" fmla="*/ 2664999 w 3913142"/>
              <a:gd name="connsiteY2" fmla="*/ 2988686 h 6858000"/>
              <a:gd name="connsiteX3" fmla="*/ 2771568 w 3913142"/>
              <a:gd name="connsiteY3" fmla="*/ 6858000 h 6858000"/>
              <a:gd name="connsiteX4" fmla="*/ 0 w 3913142"/>
              <a:gd name="connsiteY4" fmla="*/ 6858000 h 6858000"/>
              <a:gd name="connsiteX5" fmla="*/ 0 w 3913142"/>
              <a:gd name="connsiteY5" fmla="*/ 0 h 6858000"/>
              <a:gd name="connsiteX0" fmla="*/ 0 w 3913142"/>
              <a:gd name="connsiteY0" fmla="*/ 0 h 6858000"/>
              <a:gd name="connsiteX1" fmla="*/ 3913142 w 3913142"/>
              <a:gd name="connsiteY1" fmla="*/ 0 h 6858000"/>
              <a:gd name="connsiteX2" fmla="*/ 2664999 w 3913142"/>
              <a:gd name="connsiteY2" fmla="*/ 2988686 h 6858000"/>
              <a:gd name="connsiteX3" fmla="*/ 2771568 w 3913142"/>
              <a:gd name="connsiteY3" fmla="*/ 6858000 h 6858000"/>
              <a:gd name="connsiteX4" fmla="*/ 0 w 3913142"/>
              <a:gd name="connsiteY4" fmla="*/ 6858000 h 6858000"/>
              <a:gd name="connsiteX5" fmla="*/ 0 w 3913142"/>
              <a:gd name="connsiteY5" fmla="*/ 0 h 6858000"/>
              <a:gd name="connsiteX0" fmla="*/ 0 w 3913142"/>
              <a:gd name="connsiteY0" fmla="*/ 0 h 6858000"/>
              <a:gd name="connsiteX1" fmla="*/ 3913142 w 3913142"/>
              <a:gd name="connsiteY1" fmla="*/ 0 h 6858000"/>
              <a:gd name="connsiteX2" fmla="*/ 2664999 w 3913142"/>
              <a:gd name="connsiteY2" fmla="*/ 2988686 h 6858000"/>
              <a:gd name="connsiteX3" fmla="*/ 2771568 w 3913142"/>
              <a:gd name="connsiteY3" fmla="*/ 6858000 h 6858000"/>
              <a:gd name="connsiteX4" fmla="*/ 0 w 3913142"/>
              <a:gd name="connsiteY4" fmla="*/ 6858000 h 6858000"/>
              <a:gd name="connsiteX5" fmla="*/ 0 w 3913142"/>
              <a:gd name="connsiteY5" fmla="*/ 0 h 6858000"/>
              <a:gd name="connsiteX0" fmla="*/ 0 w 3913142"/>
              <a:gd name="connsiteY0" fmla="*/ 0 h 6858000"/>
              <a:gd name="connsiteX1" fmla="*/ 3913142 w 3913142"/>
              <a:gd name="connsiteY1" fmla="*/ 0 h 6858000"/>
              <a:gd name="connsiteX2" fmla="*/ 2664999 w 3913142"/>
              <a:gd name="connsiteY2" fmla="*/ 2988686 h 6858000"/>
              <a:gd name="connsiteX3" fmla="*/ 2771568 w 3913142"/>
              <a:gd name="connsiteY3" fmla="*/ 6858000 h 6858000"/>
              <a:gd name="connsiteX4" fmla="*/ 0 w 3913142"/>
              <a:gd name="connsiteY4" fmla="*/ 6858000 h 6858000"/>
              <a:gd name="connsiteX5" fmla="*/ 0 w 3913142"/>
              <a:gd name="connsiteY5" fmla="*/ 0 h 6858000"/>
              <a:gd name="connsiteX0" fmla="*/ 0 w 3913142"/>
              <a:gd name="connsiteY0" fmla="*/ 0 h 6858000"/>
              <a:gd name="connsiteX1" fmla="*/ 3913142 w 3913142"/>
              <a:gd name="connsiteY1" fmla="*/ 0 h 6858000"/>
              <a:gd name="connsiteX2" fmla="*/ 2664999 w 3913142"/>
              <a:gd name="connsiteY2" fmla="*/ 2988686 h 6858000"/>
              <a:gd name="connsiteX3" fmla="*/ 2771568 w 3913142"/>
              <a:gd name="connsiteY3" fmla="*/ 6858000 h 6858000"/>
              <a:gd name="connsiteX4" fmla="*/ 0 w 3913142"/>
              <a:gd name="connsiteY4" fmla="*/ 6858000 h 6858000"/>
              <a:gd name="connsiteX5" fmla="*/ 0 w 3913142"/>
              <a:gd name="connsiteY5" fmla="*/ 0 h 6858000"/>
              <a:gd name="connsiteX0" fmla="*/ 0 w 3913142"/>
              <a:gd name="connsiteY0" fmla="*/ 0 h 6858000"/>
              <a:gd name="connsiteX1" fmla="*/ 3913142 w 3913142"/>
              <a:gd name="connsiteY1" fmla="*/ 0 h 6858000"/>
              <a:gd name="connsiteX2" fmla="*/ 2664999 w 3913142"/>
              <a:gd name="connsiteY2" fmla="*/ 2988686 h 6858000"/>
              <a:gd name="connsiteX3" fmla="*/ 2771568 w 3913142"/>
              <a:gd name="connsiteY3" fmla="*/ 6858000 h 6858000"/>
              <a:gd name="connsiteX4" fmla="*/ 0 w 3913142"/>
              <a:gd name="connsiteY4" fmla="*/ 6858000 h 6858000"/>
              <a:gd name="connsiteX5" fmla="*/ 0 w 3913142"/>
              <a:gd name="connsiteY5" fmla="*/ 0 h 6858000"/>
              <a:gd name="connsiteX0" fmla="*/ 0 w 3913142"/>
              <a:gd name="connsiteY0" fmla="*/ 0 h 6861586"/>
              <a:gd name="connsiteX1" fmla="*/ 3913142 w 3913142"/>
              <a:gd name="connsiteY1" fmla="*/ 0 h 6861586"/>
              <a:gd name="connsiteX2" fmla="*/ 2664999 w 3913142"/>
              <a:gd name="connsiteY2" fmla="*/ 2988686 h 6861586"/>
              <a:gd name="connsiteX3" fmla="*/ 2760811 w 3913142"/>
              <a:gd name="connsiteY3" fmla="*/ 6861586 h 6861586"/>
              <a:gd name="connsiteX4" fmla="*/ 0 w 3913142"/>
              <a:gd name="connsiteY4" fmla="*/ 6858000 h 6861586"/>
              <a:gd name="connsiteX5" fmla="*/ 0 w 3913142"/>
              <a:gd name="connsiteY5" fmla="*/ 0 h 6861586"/>
              <a:gd name="connsiteX0" fmla="*/ 0 w 3913142"/>
              <a:gd name="connsiteY0" fmla="*/ 0 h 6861586"/>
              <a:gd name="connsiteX1" fmla="*/ 3913142 w 3913142"/>
              <a:gd name="connsiteY1" fmla="*/ 0 h 6861586"/>
              <a:gd name="connsiteX2" fmla="*/ 2664999 w 3913142"/>
              <a:gd name="connsiteY2" fmla="*/ 2988686 h 6861586"/>
              <a:gd name="connsiteX3" fmla="*/ 2760811 w 3913142"/>
              <a:gd name="connsiteY3" fmla="*/ 6861586 h 6861586"/>
              <a:gd name="connsiteX4" fmla="*/ 0 w 3913142"/>
              <a:gd name="connsiteY4" fmla="*/ 6858000 h 6861586"/>
              <a:gd name="connsiteX5" fmla="*/ 0 w 3913142"/>
              <a:gd name="connsiteY5" fmla="*/ 0 h 6861586"/>
              <a:gd name="connsiteX0" fmla="*/ 0 w 3913142"/>
              <a:gd name="connsiteY0" fmla="*/ 0 h 6861586"/>
              <a:gd name="connsiteX1" fmla="*/ 3913142 w 3913142"/>
              <a:gd name="connsiteY1" fmla="*/ 0 h 6861586"/>
              <a:gd name="connsiteX2" fmla="*/ 2664999 w 3913142"/>
              <a:gd name="connsiteY2" fmla="*/ 2988686 h 6861586"/>
              <a:gd name="connsiteX3" fmla="*/ 2760811 w 3913142"/>
              <a:gd name="connsiteY3" fmla="*/ 6861586 h 6861586"/>
              <a:gd name="connsiteX4" fmla="*/ 0 w 3913142"/>
              <a:gd name="connsiteY4" fmla="*/ 6858000 h 6861586"/>
              <a:gd name="connsiteX5" fmla="*/ 0 w 3913142"/>
              <a:gd name="connsiteY5" fmla="*/ 0 h 6861586"/>
              <a:gd name="connsiteX0" fmla="*/ 0 w 3913142"/>
              <a:gd name="connsiteY0" fmla="*/ 0 h 6861586"/>
              <a:gd name="connsiteX1" fmla="*/ 3913142 w 3913142"/>
              <a:gd name="connsiteY1" fmla="*/ 0 h 6861586"/>
              <a:gd name="connsiteX2" fmla="*/ 2664999 w 3913142"/>
              <a:gd name="connsiteY2" fmla="*/ 2988686 h 6861586"/>
              <a:gd name="connsiteX3" fmla="*/ 2760811 w 3913142"/>
              <a:gd name="connsiteY3" fmla="*/ 6861586 h 6861586"/>
              <a:gd name="connsiteX4" fmla="*/ 0 w 3913142"/>
              <a:gd name="connsiteY4" fmla="*/ 6858000 h 6861586"/>
              <a:gd name="connsiteX5" fmla="*/ 0 w 3913142"/>
              <a:gd name="connsiteY5" fmla="*/ 0 h 6861586"/>
              <a:gd name="connsiteX0" fmla="*/ 0 w 3913142"/>
              <a:gd name="connsiteY0" fmla="*/ 0 h 6861586"/>
              <a:gd name="connsiteX1" fmla="*/ 3913142 w 3913142"/>
              <a:gd name="connsiteY1" fmla="*/ 0 h 6861586"/>
              <a:gd name="connsiteX2" fmla="*/ 2664999 w 3913142"/>
              <a:gd name="connsiteY2" fmla="*/ 2988686 h 6861586"/>
              <a:gd name="connsiteX3" fmla="*/ 2760811 w 3913142"/>
              <a:gd name="connsiteY3" fmla="*/ 6861586 h 6861586"/>
              <a:gd name="connsiteX4" fmla="*/ 0 w 3913142"/>
              <a:gd name="connsiteY4" fmla="*/ 6858000 h 6861586"/>
              <a:gd name="connsiteX5" fmla="*/ 0 w 3913142"/>
              <a:gd name="connsiteY5" fmla="*/ 0 h 68615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913142" h="6861586">
                <a:moveTo>
                  <a:pt x="0" y="0"/>
                </a:moveTo>
                <a:lnTo>
                  <a:pt x="3913142" y="0"/>
                </a:lnTo>
                <a:cubicBezTo>
                  <a:pt x="2975336" y="1127462"/>
                  <a:pt x="2742380" y="2315249"/>
                  <a:pt x="2664999" y="2988686"/>
                </a:cubicBezTo>
                <a:cubicBezTo>
                  <a:pt x="2392136" y="3959313"/>
                  <a:pt x="2366700" y="5503683"/>
                  <a:pt x="2760811" y="6861586"/>
                </a:cubicBez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/>
          <a:lstStyle>
            <a:lvl1pPr marL="228600" marR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lvl1pPr>
          </a:lstStyle>
          <a:p>
            <a:r>
              <a:rPr lang="en-US" dirty="0"/>
              <a:t>Click icon below to add picture</a:t>
            </a:r>
          </a:p>
        </p:txBody>
      </p:sp>
      <p:pic>
        <p:nvPicPr>
          <p:cNvPr id="17" name="Picture 1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4782" y="5882633"/>
            <a:ext cx="1170308" cy="6467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541365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 - with image left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Freeform 14"/>
          <p:cNvSpPr/>
          <p:nvPr userDrawn="1"/>
        </p:nvSpPr>
        <p:spPr>
          <a:xfrm flipH="1">
            <a:off x="2171560" y="3174"/>
            <a:ext cx="2692854" cy="1434477"/>
          </a:xfrm>
          <a:custGeom>
            <a:avLst/>
            <a:gdLst>
              <a:gd name="connsiteX0" fmla="*/ 0 w 2661104"/>
              <a:gd name="connsiteY0" fmla="*/ 0 h 1418602"/>
              <a:gd name="connsiteX1" fmla="*/ 833275 w 2661104"/>
              <a:gd name="connsiteY1" fmla="*/ 0 h 1418602"/>
              <a:gd name="connsiteX2" fmla="*/ 2450968 w 2661104"/>
              <a:gd name="connsiteY2" fmla="*/ 1212297 h 1418602"/>
              <a:gd name="connsiteX3" fmla="*/ 2661104 w 2661104"/>
              <a:gd name="connsiteY3" fmla="*/ 1418602 h 1418602"/>
              <a:gd name="connsiteX4" fmla="*/ 2605866 w 2661104"/>
              <a:gd name="connsiteY4" fmla="*/ 1382644 h 1418602"/>
              <a:gd name="connsiteX5" fmla="*/ 445260 w 2661104"/>
              <a:gd name="connsiteY5" fmla="*/ 207296 h 1418602"/>
              <a:gd name="connsiteX6" fmla="*/ 0 w 2661104"/>
              <a:gd name="connsiteY6" fmla="*/ 0 h 1418602"/>
              <a:gd name="connsiteX0" fmla="*/ 0 w 2718254"/>
              <a:gd name="connsiteY0" fmla="*/ 0 h 1434477"/>
              <a:gd name="connsiteX1" fmla="*/ 890425 w 2718254"/>
              <a:gd name="connsiteY1" fmla="*/ 15875 h 1434477"/>
              <a:gd name="connsiteX2" fmla="*/ 2508118 w 2718254"/>
              <a:gd name="connsiteY2" fmla="*/ 1228172 h 1434477"/>
              <a:gd name="connsiteX3" fmla="*/ 2718254 w 2718254"/>
              <a:gd name="connsiteY3" fmla="*/ 1434477 h 1434477"/>
              <a:gd name="connsiteX4" fmla="*/ 2663016 w 2718254"/>
              <a:gd name="connsiteY4" fmla="*/ 1398519 h 1434477"/>
              <a:gd name="connsiteX5" fmla="*/ 502410 w 2718254"/>
              <a:gd name="connsiteY5" fmla="*/ 223171 h 1434477"/>
              <a:gd name="connsiteX6" fmla="*/ 0 w 2718254"/>
              <a:gd name="connsiteY6" fmla="*/ 0 h 1434477"/>
              <a:gd name="connsiteX0" fmla="*/ 0 w 2692854"/>
              <a:gd name="connsiteY0" fmla="*/ 0 h 1431302"/>
              <a:gd name="connsiteX1" fmla="*/ 865025 w 2692854"/>
              <a:gd name="connsiteY1" fmla="*/ 12700 h 1431302"/>
              <a:gd name="connsiteX2" fmla="*/ 2482718 w 2692854"/>
              <a:gd name="connsiteY2" fmla="*/ 1224997 h 1431302"/>
              <a:gd name="connsiteX3" fmla="*/ 2692854 w 2692854"/>
              <a:gd name="connsiteY3" fmla="*/ 1431302 h 1431302"/>
              <a:gd name="connsiteX4" fmla="*/ 2637616 w 2692854"/>
              <a:gd name="connsiteY4" fmla="*/ 1395344 h 1431302"/>
              <a:gd name="connsiteX5" fmla="*/ 477010 w 2692854"/>
              <a:gd name="connsiteY5" fmla="*/ 219996 h 1431302"/>
              <a:gd name="connsiteX6" fmla="*/ 0 w 2692854"/>
              <a:gd name="connsiteY6" fmla="*/ 0 h 1431302"/>
              <a:gd name="connsiteX0" fmla="*/ 0 w 2692854"/>
              <a:gd name="connsiteY0" fmla="*/ 3175 h 1434477"/>
              <a:gd name="connsiteX1" fmla="*/ 865025 w 2692854"/>
              <a:gd name="connsiteY1" fmla="*/ 0 h 1434477"/>
              <a:gd name="connsiteX2" fmla="*/ 2482718 w 2692854"/>
              <a:gd name="connsiteY2" fmla="*/ 1228172 h 1434477"/>
              <a:gd name="connsiteX3" fmla="*/ 2692854 w 2692854"/>
              <a:gd name="connsiteY3" fmla="*/ 1434477 h 1434477"/>
              <a:gd name="connsiteX4" fmla="*/ 2637616 w 2692854"/>
              <a:gd name="connsiteY4" fmla="*/ 1398519 h 1434477"/>
              <a:gd name="connsiteX5" fmla="*/ 477010 w 2692854"/>
              <a:gd name="connsiteY5" fmla="*/ 223171 h 1434477"/>
              <a:gd name="connsiteX6" fmla="*/ 0 w 2692854"/>
              <a:gd name="connsiteY6" fmla="*/ 3175 h 14344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692854" h="1434477">
                <a:moveTo>
                  <a:pt x="0" y="3175"/>
                </a:moveTo>
                <a:lnTo>
                  <a:pt x="865025" y="0"/>
                </a:lnTo>
                <a:cubicBezTo>
                  <a:pt x="1340750" y="320234"/>
                  <a:pt x="1967188" y="748716"/>
                  <a:pt x="2482718" y="1228172"/>
                </a:cubicBezTo>
                <a:lnTo>
                  <a:pt x="2692854" y="1434477"/>
                </a:lnTo>
                <a:lnTo>
                  <a:pt x="2637616" y="1398519"/>
                </a:lnTo>
                <a:cubicBezTo>
                  <a:pt x="2338709" y="1207951"/>
                  <a:pt x="1470347" y="700365"/>
                  <a:pt x="477010" y="223171"/>
                </a:cubicBezTo>
                <a:lnTo>
                  <a:pt x="0" y="3175"/>
                </a:lnTo>
                <a:close/>
              </a:path>
            </a:pathLst>
          </a:custGeom>
          <a:solidFill>
            <a:srgbClr val="3D0029"/>
          </a:solidFill>
          <a:ln>
            <a:noFill/>
          </a:ln>
          <a:effectLst>
            <a:outerShdw blurRad="50800" dist="50800" dir="5400000" sx="1000" sy="1000" algn="ctr" rotWithShape="0">
              <a:srgbClr val="000000">
                <a:alpha val="43137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Freeform 15"/>
          <p:cNvSpPr/>
          <p:nvPr userDrawn="1"/>
        </p:nvSpPr>
        <p:spPr>
          <a:xfrm flipH="1">
            <a:off x="2181007" y="1434466"/>
            <a:ext cx="1219532" cy="5429884"/>
          </a:xfrm>
          <a:custGeom>
            <a:avLst/>
            <a:gdLst>
              <a:gd name="connsiteX0" fmla="*/ 1219502 w 1219532"/>
              <a:gd name="connsiteY0" fmla="*/ 0 h 5429884"/>
              <a:gd name="connsiteX1" fmla="*/ 1219532 w 1219532"/>
              <a:gd name="connsiteY1" fmla="*/ 30 h 5429884"/>
              <a:gd name="connsiteX2" fmla="*/ 617437 w 1219532"/>
              <a:gd name="connsiteY2" fmla="*/ 5429884 h 5429884"/>
              <a:gd name="connsiteX3" fmla="*/ 0 w 1219532"/>
              <a:gd name="connsiteY3" fmla="*/ 5428857 h 5429884"/>
              <a:gd name="connsiteX4" fmla="*/ 0 w 1219532"/>
              <a:gd name="connsiteY4" fmla="*/ 5423534 h 5429884"/>
              <a:gd name="connsiteX5" fmla="*/ 9526 w 1219532"/>
              <a:gd name="connsiteY5" fmla="*/ 5423534 h 54298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532" h="5429884">
                <a:moveTo>
                  <a:pt x="1219502" y="0"/>
                </a:moveTo>
                <a:lnTo>
                  <a:pt x="1219532" y="30"/>
                </a:lnTo>
                <a:lnTo>
                  <a:pt x="617437" y="5429884"/>
                </a:lnTo>
                <a:lnTo>
                  <a:pt x="0" y="5428857"/>
                </a:lnTo>
                <a:lnTo>
                  <a:pt x="0" y="5423534"/>
                </a:lnTo>
                <a:lnTo>
                  <a:pt x="9526" y="5423534"/>
                </a:lnTo>
                <a:close/>
              </a:path>
            </a:pathLst>
          </a:custGeom>
          <a:solidFill>
            <a:srgbClr val="531C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Picture Placeholder 3"/>
          <p:cNvSpPr>
            <a:spLocks noGrp="1"/>
          </p:cNvSpPr>
          <p:nvPr userDrawn="1">
            <p:ph type="pic" sz="quarter" idx="16" hasCustomPrompt="1"/>
          </p:nvPr>
        </p:nvSpPr>
        <p:spPr>
          <a:xfrm>
            <a:off x="-9525" y="-6350"/>
            <a:ext cx="4010056" cy="6877122"/>
          </a:xfrm>
          <a:custGeom>
            <a:avLst/>
            <a:gdLst>
              <a:gd name="connsiteX0" fmla="*/ 0 w 3856038"/>
              <a:gd name="connsiteY0" fmla="*/ 0 h 6877122"/>
              <a:gd name="connsiteX1" fmla="*/ 3213352 w 3856038"/>
              <a:gd name="connsiteY1" fmla="*/ 0 h 6877122"/>
              <a:gd name="connsiteX2" fmla="*/ 3856038 w 3856038"/>
              <a:gd name="connsiteY2" fmla="*/ 642686 h 6877122"/>
              <a:gd name="connsiteX3" fmla="*/ 3856038 w 3856038"/>
              <a:gd name="connsiteY3" fmla="*/ 6877122 h 6877122"/>
              <a:gd name="connsiteX4" fmla="*/ 0 w 3856038"/>
              <a:gd name="connsiteY4" fmla="*/ 6877122 h 6877122"/>
              <a:gd name="connsiteX5" fmla="*/ 0 w 3856038"/>
              <a:gd name="connsiteY5" fmla="*/ 0 h 6877122"/>
              <a:gd name="connsiteX0" fmla="*/ 0 w 4000531"/>
              <a:gd name="connsiteY0" fmla="*/ 0 h 6877122"/>
              <a:gd name="connsiteX1" fmla="*/ 4000531 w 4000531"/>
              <a:gd name="connsiteY1" fmla="*/ 0 h 6877122"/>
              <a:gd name="connsiteX2" fmla="*/ 3856038 w 4000531"/>
              <a:gd name="connsiteY2" fmla="*/ 642686 h 6877122"/>
              <a:gd name="connsiteX3" fmla="*/ 3856038 w 4000531"/>
              <a:gd name="connsiteY3" fmla="*/ 6877122 h 6877122"/>
              <a:gd name="connsiteX4" fmla="*/ 0 w 4000531"/>
              <a:gd name="connsiteY4" fmla="*/ 6877122 h 6877122"/>
              <a:gd name="connsiteX5" fmla="*/ 0 w 4000531"/>
              <a:gd name="connsiteY5" fmla="*/ 0 h 6877122"/>
              <a:gd name="connsiteX0" fmla="*/ 0 w 4000531"/>
              <a:gd name="connsiteY0" fmla="*/ 0 h 6877122"/>
              <a:gd name="connsiteX1" fmla="*/ 4000531 w 4000531"/>
              <a:gd name="connsiteY1" fmla="*/ 0 h 6877122"/>
              <a:gd name="connsiteX2" fmla="*/ 2170361 w 4000531"/>
              <a:gd name="connsiteY2" fmla="*/ 1445768 h 6877122"/>
              <a:gd name="connsiteX3" fmla="*/ 3856038 w 4000531"/>
              <a:gd name="connsiteY3" fmla="*/ 6877122 h 6877122"/>
              <a:gd name="connsiteX4" fmla="*/ 0 w 4000531"/>
              <a:gd name="connsiteY4" fmla="*/ 6877122 h 6877122"/>
              <a:gd name="connsiteX5" fmla="*/ 0 w 4000531"/>
              <a:gd name="connsiteY5" fmla="*/ 0 h 6877122"/>
              <a:gd name="connsiteX0" fmla="*/ 0 w 4000531"/>
              <a:gd name="connsiteY0" fmla="*/ 0 h 6877122"/>
              <a:gd name="connsiteX1" fmla="*/ 4000531 w 4000531"/>
              <a:gd name="connsiteY1" fmla="*/ 0 h 6877122"/>
              <a:gd name="connsiteX2" fmla="*/ 2170361 w 4000531"/>
              <a:gd name="connsiteY2" fmla="*/ 1445768 h 6877122"/>
              <a:gd name="connsiteX3" fmla="*/ 2798514 w 4000531"/>
              <a:gd name="connsiteY3" fmla="*/ 6877122 h 6877122"/>
              <a:gd name="connsiteX4" fmla="*/ 0 w 4000531"/>
              <a:gd name="connsiteY4" fmla="*/ 6877122 h 6877122"/>
              <a:gd name="connsiteX5" fmla="*/ 0 w 4000531"/>
              <a:gd name="connsiteY5" fmla="*/ 0 h 6877122"/>
              <a:gd name="connsiteX0" fmla="*/ 0 w 4000531"/>
              <a:gd name="connsiteY0" fmla="*/ 0 h 6877122"/>
              <a:gd name="connsiteX1" fmla="*/ 4000531 w 4000531"/>
              <a:gd name="connsiteY1" fmla="*/ 0 h 6877122"/>
              <a:gd name="connsiteX2" fmla="*/ 1700461 w 4000531"/>
              <a:gd name="connsiteY2" fmla="*/ 1315593 h 6877122"/>
              <a:gd name="connsiteX3" fmla="*/ 2798514 w 4000531"/>
              <a:gd name="connsiteY3" fmla="*/ 6877122 h 6877122"/>
              <a:gd name="connsiteX4" fmla="*/ 0 w 4000531"/>
              <a:gd name="connsiteY4" fmla="*/ 6877122 h 6877122"/>
              <a:gd name="connsiteX5" fmla="*/ 0 w 4000531"/>
              <a:gd name="connsiteY5" fmla="*/ 0 h 6877122"/>
              <a:gd name="connsiteX0" fmla="*/ 0 w 4000531"/>
              <a:gd name="connsiteY0" fmla="*/ 0 h 6877122"/>
              <a:gd name="connsiteX1" fmla="*/ 4000531 w 4000531"/>
              <a:gd name="connsiteY1" fmla="*/ 0 h 6877122"/>
              <a:gd name="connsiteX2" fmla="*/ 2183061 w 4000531"/>
              <a:gd name="connsiteY2" fmla="*/ 1436243 h 6877122"/>
              <a:gd name="connsiteX3" fmla="*/ 2798514 w 4000531"/>
              <a:gd name="connsiteY3" fmla="*/ 6877122 h 6877122"/>
              <a:gd name="connsiteX4" fmla="*/ 0 w 4000531"/>
              <a:gd name="connsiteY4" fmla="*/ 6877122 h 6877122"/>
              <a:gd name="connsiteX5" fmla="*/ 0 w 4000531"/>
              <a:gd name="connsiteY5" fmla="*/ 0 h 6877122"/>
              <a:gd name="connsiteX0" fmla="*/ 0 w 4000531"/>
              <a:gd name="connsiteY0" fmla="*/ 0 h 6877122"/>
              <a:gd name="connsiteX1" fmla="*/ 4000531 w 4000531"/>
              <a:gd name="connsiteY1" fmla="*/ 0 h 6877122"/>
              <a:gd name="connsiteX2" fmla="*/ 2183061 w 4000531"/>
              <a:gd name="connsiteY2" fmla="*/ 1436243 h 6877122"/>
              <a:gd name="connsiteX3" fmla="*/ 2798514 w 4000531"/>
              <a:gd name="connsiteY3" fmla="*/ 6877122 h 6877122"/>
              <a:gd name="connsiteX4" fmla="*/ 0 w 4000531"/>
              <a:gd name="connsiteY4" fmla="*/ 6877122 h 6877122"/>
              <a:gd name="connsiteX5" fmla="*/ 0 w 4000531"/>
              <a:gd name="connsiteY5" fmla="*/ 0 h 6877122"/>
              <a:gd name="connsiteX0" fmla="*/ 0 w 4010056"/>
              <a:gd name="connsiteY0" fmla="*/ 0 h 6877122"/>
              <a:gd name="connsiteX1" fmla="*/ 4010056 w 4010056"/>
              <a:gd name="connsiteY1" fmla="*/ 0 h 6877122"/>
              <a:gd name="connsiteX2" fmla="*/ 2183061 w 4010056"/>
              <a:gd name="connsiteY2" fmla="*/ 1436243 h 6877122"/>
              <a:gd name="connsiteX3" fmla="*/ 2798514 w 4010056"/>
              <a:gd name="connsiteY3" fmla="*/ 6877122 h 6877122"/>
              <a:gd name="connsiteX4" fmla="*/ 0 w 4010056"/>
              <a:gd name="connsiteY4" fmla="*/ 6877122 h 6877122"/>
              <a:gd name="connsiteX5" fmla="*/ 0 w 4010056"/>
              <a:gd name="connsiteY5" fmla="*/ 0 h 6877122"/>
              <a:gd name="connsiteX0" fmla="*/ 0 w 4010056"/>
              <a:gd name="connsiteY0" fmla="*/ 0 h 6877122"/>
              <a:gd name="connsiteX1" fmla="*/ 4010056 w 4010056"/>
              <a:gd name="connsiteY1" fmla="*/ 0 h 6877122"/>
              <a:gd name="connsiteX2" fmla="*/ 2183061 w 4010056"/>
              <a:gd name="connsiteY2" fmla="*/ 1436243 h 6877122"/>
              <a:gd name="connsiteX3" fmla="*/ 2798514 w 4010056"/>
              <a:gd name="connsiteY3" fmla="*/ 6877122 h 6877122"/>
              <a:gd name="connsiteX4" fmla="*/ 0 w 4010056"/>
              <a:gd name="connsiteY4" fmla="*/ 6877122 h 6877122"/>
              <a:gd name="connsiteX5" fmla="*/ 0 w 4010056"/>
              <a:gd name="connsiteY5" fmla="*/ 0 h 6877122"/>
              <a:gd name="connsiteX0" fmla="*/ 0 w 4010056"/>
              <a:gd name="connsiteY0" fmla="*/ 0 h 6877122"/>
              <a:gd name="connsiteX1" fmla="*/ 4010056 w 4010056"/>
              <a:gd name="connsiteY1" fmla="*/ 0 h 6877122"/>
              <a:gd name="connsiteX2" fmla="*/ 2183061 w 4010056"/>
              <a:gd name="connsiteY2" fmla="*/ 1436243 h 6877122"/>
              <a:gd name="connsiteX3" fmla="*/ 2798514 w 4010056"/>
              <a:gd name="connsiteY3" fmla="*/ 6877122 h 6877122"/>
              <a:gd name="connsiteX4" fmla="*/ 0 w 4010056"/>
              <a:gd name="connsiteY4" fmla="*/ 6877122 h 6877122"/>
              <a:gd name="connsiteX5" fmla="*/ 0 w 4010056"/>
              <a:gd name="connsiteY5" fmla="*/ 0 h 68771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010056" h="6877122">
                <a:moveTo>
                  <a:pt x="0" y="0"/>
                </a:moveTo>
                <a:lnTo>
                  <a:pt x="4010056" y="0"/>
                </a:lnTo>
                <a:cubicBezTo>
                  <a:pt x="3401058" y="446998"/>
                  <a:pt x="2855559" y="776520"/>
                  <a:pt x="2183061" y="1436243"/>
                </a:cubicBezTo>
                <a:lnTo>
                  <a:pt x="2798514" y="6877122"/>
                </a:lnTo>
                <a:lnTo>
                  <a:pt x="0" y="6877122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/>
          <a:lstStyle>
            <a:lvl1pPr marL="228600" marR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lvl1pPr>
          </a:lstStyle>
          <a:p>
            <a:r>
              <a:rPr lang="en-US" dirty="0"/>
              <a:t>Click icon below to add picture</a:t>
            </a:r>
          </a:p>
        </p:txBody>
      </p:sp>
      <p:pic>
        <p:nvPicPr>
          <p:cNvPr id="21" name="Picture 20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4782" y="5882633"/>
            <a:ext cx="1170308" cy="646724"/>
          </a:xfrm>
          <a:prstGeom prst="rect">
            <a:avLst/>
          </a:prstGeom>
        </p:spPr>
      </p:pic>
      <p:sp>
        <p:nvSpPr>
          <p:cNvPr id="9" name="Text Placeholder 12"/>
          <p:cNvSpPr>
            <a:spLocks noGrp="1"/>
          </p:cNvSpPr>
          <p:nvPr>
            <p:ph type="body" sz="quarter" idx="11" hasCustomPrompt="1"/>
          </p:nvPr>
        </p:nvSpPr>
        <p:spPr>
          <a:xfrm>
            <a:off x="4098464" y="1177025"/>
            <a:ext cx="4173527" cy="476034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3200" b="1" i="0" spc="-100" baseline="0">
                <a:solidFill>
                  <a:srgbClr val="3D0029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pPr lvl="0"/>
            <a:r>
              <a:rPr lang="en-US" dirty="0"/>
              <a:t>Headline goes here</a:t>
            </a:r>
          </a:p>
        </p:txBody>
      </p:sp>
      <p:sp>
        <p:nvSpPr>
          <p:cNvPr id="10" name="Text Placeholder 12"/>
          <p:cNvSpPr>
            <a:spLocks noGrp="1"/>
          </p:cNvSpPr>
          <p:nvPr>
            <p:ph type="body" sz="quarter" idx="12" hasCustomPrompt="1"/>
          </p:nvPr>
        </p:nvSpPr>
        <p:spPr>
          <a:xfrm>
            <a:off x="4098464" y="1653058"/>
            <a:ext cx="4408918" cy="59372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2000" b="0" i="0" spc="-50" baseline="0">
                <a:solidFill>
                  <a:srgbClr val="BAA360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pPr lvl="0"/>
            <a:r>
              <a:rPr lang="en-US" dirty="0"/>
              <a:t>Sub headline goes here</a:t>
            </a:r>
          </a:p>
        </p:txBody>
      </p:sp>
      <p:sp>
        <p:nvSpPr>
          <p:cNvPr id="11" name="Text Placeholder 12"/>
          <p:cNvSpPr>
            <a:spLocks noGrp="1"/>
          </p:cNvSpPr>
          <p:nvPr>
            <p:ph type="body" sz="quarter" idx="17" hasCustomPrompt="1"/>
          </p:nvPr>
        </p:nvSpPr>
        <p:spPr>
          <a:xfrm>
            <a:off x="4098464" y="2423063"/>
            <a:ext cx="4408918" cy="2817273"/>
          </a:xfrm>
          <a:prstGeom prst="rect">
            <a:avLst/>
          </a:prstGeom>
        </p:spPr>
        <p:txBody>
          <a:bodyPr>
            <a:noAutofit/>
          </a:bodyPr>
          <a:lstStyle>
            <a:lvl1pPr marL="285750" indent="-285750">
              <a:lnSpc>
                <a:spcPct val="100000"/>
              </a:lnSpc>
              <a:spcBef>
                <a:spcPts val="0"/>
              </a:spcBef>
              <a:buFont typeface="Arial" charset="0"/>
              <a:buChar char="•"/>
              <a:defRPr sz="1600" b="0" i="0" spc="0"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pPr lvl="0"/>
            <a:r>
              <a:rPr lang="en-US" dirty="0"/>
              <a:t>Text goes here</a:t>
            </a:r>
          </a:p>
        </p:txBody>
      </p:sp>
    </p:spTree>
    <p:extLst>
      <p:ext uri="{BB962C8B-B14F-4D97-AF65-F5344CB8AC3E}">
        <p14:creationId xmlns:p14="http://schemas.microsoft.com/office/powerpoint/2010/main" val="85924558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 - no image just tex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2"/>
          <p:cNvSpPr>
            <a:spLocks noGrp="1"/>
          </p:cNvSpPr>
          <p:nvPr>
            <p:ph type="body" sz="quarter" idx="13" hasCustomPrompt="1"/>
          </p:nvPr>
        </p:nvSpPr>
        <p:spPr>
          <a:xfrm>
            <a:off x="692685" y="1819747"/>
            <a:ext cx="7500339" cy="3865829"/>
          </a:xfrm>
          <a:prstGeom prst="rect">
            <a:avLst/>
          </a:prstGeom>
        </p:spPr>
        <p:txBody>
          <a:bodyPr>
            <a:noAutofit/>
          </a:bodyPr>
          <a:lstStyle>
            <a:lvl1pPr marL="285750" indent="-285750">
              <a:lnSpc>
                <a:spcPct val="100000"/>
              </a:lnSpc>
              <a:spcBef>
                <a:spcPts val="0"/>
              </a:spcBef>
              <a:buFont typeface="Arial" charset="0"/>
              <a:buChar char="•"/>
              <a:defRPr sz="1600" b="0" i="0" spc="0"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pPr lvl="0"/>
            <a:r>
              <a:rPr lang="en-US" dirty="0"/>
              <a:t>Text goes here</a:t>
            </a:r>
          </a:p>
        </p:txBody>
      </p:sp>
      <p:pic>
        <p:nvPicPr>
          <p:cNvPr id="14" name="Picture 1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2684" y="5882633"/>
            <a:ext cx="1170308" cy="646724"/>
          </a:xfrm>
          <a:prstGeom prst="rect">
            <a:avLst/>
          </a:prstGeom>
        </p:spPr>
      </p:pic>
      <p:sp>
        <p:nvSpPr>
          <p:cNvPr id="16" name="Text Placeholder 12"/>
          <p:cNvSpPr>
            <a:spLocks noGrp="1"/>
          </p:cNvSpPr>
          <p:nvPr>
            <p:ph type="body" sz="quarter" idx="11" hasCustomPrompt="1"/>
          </p:nvPr>
        </p:nvSpPr>
        <p:spPr>
          <a:xfrm>
            <a:off x="697237" y="573709"/>
            <a:ext cx="6453371" cy="476034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3200" b="1" i="0" spc="-100" baseline="0">
                <a:solidFill>
                  <a:srgbClr val="3D0029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pPr lvl="0"/>
            <a:r>
              <a:rPr lang="en-US" dirty="0"/>
              <a:t>Headline goes here</a:t>
            </a:r>
          </a:p>
        </p:txBody>
      </p:sp>
      <p:sp>
        <p:nvSpPr>
          <p:cNvPr id="17" name="Text Placeholder 12"/>
          <p:cNvSpPr>
            <a:spLocks noGrp="1"/>
          </p:cNvSpPr>
          <p:nvPr>
            <p:ph type="body" sz="quarter" idx="12" hasCustomPrompt="1"/>
          </p:nvPr>
        </p:nvSpPr>
        <p:spPr>
          <a:xfrm>
            <a:off x="697237" y="1049742"/>
            <a:ext cx="7020300" cy="59372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2000" b="0" i="0" spc="-50" baseline="0">
                <a:solidFill>
                  <a:srgbClr val="BAA360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pPr lvl="0"/>
            <a:r>
              <a:rPr lang="en-US" dirty="0"/>
              <a:t>Sub headline goes here</a:t>
            </a:r>
          </a:p>
        </p:txBody>
      </p:sp>
      <p:sp>
        <p:nvSpPr>
          <p:cNvPr id="11" name="Freeform 10"/>
          <p:cNvSpPr/>
          <p:nvPr userDrawn="1"/>
        </p:nvSpPr>
        <p:spPr>
          <a:xfrm>
            <a:off x="6378951" y="0"/>
            <a:ext cx="1510718" cy="964688"/>
          </a:xfrm>
          <a:custGeom>
            <a:avLst/>
            <a:gdLst>
              <a:gd name="connsiteX0" fmla="*/ 0 w 1510718"/>
              <a:gd name="connsiteY0" fmla="*/ 0 h 964688"/>
              <a:gd name="connsiteX1" fmla="*/ 594056 w 1510718"/>
              <a:gd name="connsiteY1" fmla="*/ 0 h 964688"/>
              <a:gd name="connsiteX2" fmla="*/ 601815 w 1510718"/>
              <a:gd name="connsiteY2" fmla="*/ 6637 h 964688"/>
              <a:gd name="connsiteX3" fmla="*/ 824034 w 1510718"/>
              <a:gd name="connsiteY3" fmla="*/ 213497 h 964688"/>
              <a:gd name="connsiteX4" fmla="*/ 1038980 w 1510718"/>
              <a:gd name="connsiteY4" fmla="*/ 428604 h 964688"/>
              <a:gd name="connsiteX5" fmla="*/ 1445974 w 1510718"/>
              <a:gd name="connsiteY5" fmla="*/ 882910 h 964688"/>
              <a:gd name="connsiteX6" fmla="*/ 1510718 w 1510718"/>
              <a:gd name="connsiteY6" fmla="*/ 964688 h 964688"/>
              <a:gd name="connsiteX7" fmla="*/ 1248581 w 1510718"/>
              <a:gd name="connsiteY7" fmla="*/ 761378 h 964688"/>
              <a:gd name="connsiteX8" fmla="*/ 227279 w 1510718"/>
              <a:gd name="connsiteY8" fmla="*/ 115098 h 964688"/>
              <a:gd name="connsiteX9" fmla="*/ 0 w 1510718"/>
              <a:gd name="connsiteY9" fmla="*/ 0 h 9646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510718" h="964688">
                <a:moveTo>
                  <a:pt x="0" y="0"/>
                </a:moveTo>
                <a:lnTo>
                  <a:pt x="594056" y="0"/>
                </a:lnTo>
                <a:lnTo>
                  <a:pt x="601815" y="6637"/>
                </a:lnTo>
                <a:lnTo>
                  <a:pt x="824034" y="213497"/>
                </a:lnTo>
                <a:lnTo>
                  <a:pt x="1038980" y="428604"/>
                </a:lnTo>
                <a:cubicBezTo>
                  <a:pt x="1179793" y="574722"/>
                  <a:pt x="1315578" y="726229"/>
                  <a:pt x="1445974" y="882910"/>
                </a:cubicBezTo>
                <a:lnTo>
                  <a:pt x="1510718" y="964688"/>
                </a:lnTo>
                <a:lnTo>
                  <a:pt x="1248581" y="761378"/>
                </a:lnTo>
                <a:cubicBezTo>
                  <a:pt x="923941" y="521800"/>
                  <a:pt x="582547" y="305797"/>
                  <a:pt x="227279" y="115098"/>
                </a:cubicBezTo>
                <a:lnTo>
                  <a:pt x="0" y="0"/>
                </a:lnTo>
                <a:close/>
              </a:path>
            </a:pathLst>
          </a:custGeom>
          <a:solidFill>
            <a:srgbClr val="8B7A3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 11"/>
          <p:cNvSpPr/>
          <p:nvPr userDrawn="1"/>
        </p:nvSpPr>
        <p:spPr>
          <a:xfrm>
            <a:off x="6973008" y="0"/>
            <a:ext cx="2170993" cy="2205050"/>
          </a:xfrm>
          <a:custGeom>
            <a:avLst/>
            <a:gdLst>
              <a:gd name="connsiteX0" fmla="*/ 0 w 2170993"/>
              <a:gd name="connsiteY0" fmla="*/ 0 h 2205050"/>
              <a:gd name="connsiteX1" fmla="*/ 2170993 w 2170993"/>
              <a:gd name="connsiteY1" fmla="*/ 0 h 2205050"/>
              <a:gd name="connsiteX2" fmla="*/ 2170993 w 2170993"/>
              <a:gd name="connsiteY2" fmla="*/ 2205050 h 2205050"/>
              <a:gd name="connsiteX3" fmla="*/ 2141044 w 2170993"/>
              <a:gd name="connsiteY3" fmla="*/ 2167341 h 2205050"/>
              <a:gd name="connsiteX4" fmla="*/ 973473 w 2170993"/>
              <a:gd name="connsiteY4" fmla="*/ 1008751 h 2205050"/>
              <a:gd name="connsiteX5" fmla="*/ 916663 w 2170993"/>
              <a:gd name="connsiteY5" fmla="*/ 964690 h 2205050"/>
              <a:gd name="connsiteX6" fmla="*/ 916662 w 2170993"/>
              <a:gd name="connsiteY6" fmla="*/ 964688 h 2205050"/>
              <a:gd name="connsiteX7" fmla="*/ 916664 w 2170993"/>
              <a:gd name="connsiteY7" fmla="*/ 964690 h 2205050"/>
              <a:gd name="connsiteX8" fmla="*/ 851919 w 2170993"/>
              <a:gd name="connsiteY8" fmla="*/ 882910 h 2205050"/>
              <a:gd name="connsiteX9" fmla="*/ 229978 w 2170993"/>
              <a:gd name="connsiteY9" fmla="*/ 213497 h 2205050"/>
              <a:gd name="connsiteX10" fmla="*/ 229978 w 2170993"/>
              <a:gd name="connsiteY10" fmla="*/ 213497 h 2205050"/>
              <a:gd name="connsiteX11" fmla="*/ 229977 w 2170993"/>
              <a:gd name="connsiteY11" fmla="*/ 213496 h 2205050"/>
              <a:gd name="connsiteX12" fmla="*/ 7758 w 2170993"/>
              <a:gd name="connsiteY12" fmla="*/ 6636 h 2205050"/>
              <a:gd name="connsiteX13" fmla="*/ 0 w 2170993"/>
              <a:gd name="connsiteY13" fmla="*/ 0 h 2205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2170993" h="2205050">
                <a:moveTo>
                  <a:pt x="0" y="0"/>
                </a:moveTo>
                <a:lnTo>
                  <a:pt x="2170993" y="0"/>
                </a:lnTo>
                <a:lnTo>
                  <a:pt x="2170993" y="2205050"/>
                </a:lnTo>
                <a:lnTo>
                  <a:pt x="2141044" y="2167341"/>
                </a:lnTo>
                <a:cubicBezTo>
                  <a:pt x="1789106" y="1741830"/>
                  <a:pt x="1397531" y="1354203"/>
                  <a:pt x="973473" y="1008751"/>
                </a:cubicBezTo>
                <a:lnTo>
                  <a:pt x="916663" y="964690"/>
                </a:lnTo>
                <a:lnTo>
                  <a:pt x="916662" y="964688"/>
                </a:lnTo>
                <a:lnTo>
                  <a:pt x="916664" y="964690"/>
                </a:lnTo>
                <a:lnTo>
                  <a:pt x="851919" y="882910"/>
                </a:lnTo>
                <a:cubicBezTo>
                  <a:pt x="656324" y="647889"/>
                  <a:pt x="448606" y="424507"/>
                  <a:pt x="229978" y="213497"/>
                </a:cubicBezTo>
                <a:lnTo>
                  <a:pt x="229978" y="213497"/>
                </a:lnTo>
                <a:lnTo>
                  <a:pt x="229977" y="213496"/>
                </a:lnTo>
                <a:cubicBezTo>
                  <a:pt x="157102" y="143160"/>
                  <a:pt x="83013" y="74197"/>
                  <a:pt x="7758" y="6636"/>
                </a:cubicBezTo>
                <a:lnTo>
                  <a:pt x="0" y="0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 17"/>
          <p:cNvSpPr/>
          <p:nvPr userDrawn="1"/>
        </p:nvSpPr>
        <p:spPr>
          <a:xfrm>
            <a:off x="7889670" y="964691"/>
            <a:ext cx="1254330" cy="2125398"/>
          </a:xfrm>
          <a:custGeom>
            <a:avLst/>
            <a:gdLst>
              <a:gd name="connsiteX0" fmla="*/ 0 w 1254330"/>
              <a:gd name="connsiteY0" fmla="*/ 0 h 2125398"/>
              <a:gd name="connsiteX1" fmla="*/ 56809 w 1254330"/>
              <a:gd name="connsiteY1" fmla="*/ 44060 h 2125398"/>
              <a:gd name="connsiteX2" fmla="*/ 1224380 w 1254330"/>
              <a:gd name="connsiteY2" fmla="*/ 1202651 h 2125398"/>
              <a:gd name="connsiteX3" fmla="*/ 1254330 w 1254330"/>
              <a:gd name="connsiteY3" fmla="*/ 1240362 h 2125398"/>
              <a:gd name="connsiteX4" fmla="*/ 1254330 w 1254330"/>
              <a:gd name="connsiteY4" fmla="*/ 2125398 h 2125398"/>
              <a:gd name="connsiteX5" fmla="*/ 1218303 w 1254330"/>
              <a:gd name="connsiteY5" fmla="*/ 2032913 h 2125398"/>
              <a:gd name="connsiteX6" fmla="*/ 188755 w 1254330"/>
              <a:gd name="connsiteY6" fmla="*/ 238416 h 2125398"/>
              <a:gd name="connsiteX7" fmla="*/ 0 w 1254330"/>
              <a:gd name="connsiteY7" fmla="*/ 0 h 21253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54330" h="2125398">
                <a:moveTo>
                  <a:pt x="0" y="0"/>
                </a:moveTo>
                <a:lnTo>
                  <a:pt x="56809" y="44060"/>
                </a:lnTo>
                <a:cubicBezTo>
                  <a:pt x="480867" y="389512"/>
                  <a:pt x="872442" y="777139"/>
                  <a:pt x="1224380" y="1202651"/>
                </a:cubicBezTo>
                <a:lnTo>
                  <a:pt x="1254330" y="1240362"/>
                </a:lnTo>
                <a:lnTo>
                  <a:pt x="1254330" y="2125398"/>
                </a:lnTo>
                <a:lnTo>
                  <a:pt x="1218303" y="2032913"/>
                </a:lnTo>
                <a:cubicBezTo>
                  <a:pt x="946553" y="1384194"/>
                  <a:pt x="598925" y="783362"/>
                  <a:pt x="188755" y="238416"/>
                </a:cubicBezTo>
                <a:lnTo>
                  <a:pt x="0" y="0"/>
                </a:lnTo>
                <a:close/>
              </a:path>
            </a:pathLst>
          </a:custGeom>
          <a:solidFill>
            <a:srgbClr val="BAA3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47191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 - no image just bullet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2"/>
          <p:cNvSpPr>
            <a:spLocks noGrp="1"/>
          </p:cNvSpPr>
          <p:nvPr>
            <p:ph type="body" sz="quarter" idx="11" hasCustomPrompt="1"/>
          </p:nvPr>
        </p:nvSpPr>
        <p:spPr>
          <a:xfrm>
            <a:off x="697237" y="573709"/>
            <a:ext cx="6453371" cy="476034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3200" b="1" i="0" spc="-100" baseline="0">
                <a:solidFill>
                  <a:srgbClr val="3D0029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pPr lvl="0"/>
            <a:r>
              <a:rPr lang="en-US" dirty="0"/>
              <a:t>Headline goes here</a:t>
            </a:r>
          </a:p>
        </p:txBody>
      </p:sp>
      <p:sp>
        <p:nvSpPr>
          <p:cNvPr id="12" name="Text Placeholder 12"/>
          <p:cNvSpPr>
            <a:spLocks noGrp="1"/>
          </p:cNvSpPr>
          <p:nvPr>
            <p:ph type="body" sz="quarter" idx="12" hasCustomPrompt="1"/>
          </p:nvPr>
        </p:nvSpPr>
        <p:spPr>
          <a:xfrm>
            <a:off x="697237" y="1049742"/>
            <a:ext cx="7020300" cy="59372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2000" b="0" i="0" spc="-50" baseline="0">
                <a:solidFill>
                  <a:srgbClr val="BAA360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pPr lvl="0"/>
            <a:r>
              <a:rPr lang="en-US" dirty="0"/>
              <a:t>Sub headline goes here</a:t>
            </a:r>
          </a:p>
        </p:txBody>
      </p:sp>
      <p:pic>
        <p:nvPicPr>
          <p:cNvPr id="14" name="Picture 1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2684" y="5882633"/>
            <a:ext cx="1170308" cy="646724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sz="quarter" idx="14"/>
          </p:nvPr>
        </p:nvSpPr>
        <p:spPr>
          <a:xfrm>
            <a:off x="694613" y="1824740"/>
            <a:ext cx="7452691" cy="3868738"/>
          </a:xfrm>
          <a:prstGeom prst="rect">
            <a:avLst/>
          </a:prstGeom>
        </p:spPr>
        <p:txBody>
          <a:bodyPr/>
          <a:lstStyle>
            <a:lvl1pPr>
              <a:defRPr lang="en-US" sz="1600" b="0" i="0" kern="1200" spc="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charset="0"/>
                <a:ea typeface="Arial" charset="0"/>
                <a:cs typeface="Arial" charset="0"/>
              </a:defRPr>
            </a:lvl1pPr>
            <a:lvl2pPr>
              <a:defRPr lang="en-US" sz="1600" b="0" i="0" kern="1200" spc="0" baseline="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" charset="0"/>
                <a:ea typeface="Arial" charset="0"/>
                <a:cs typeface="Arial" charset="0"/>
              </a:defRPr>
            </a:lvl2pPr>
            <a:lvl3pPr>
              <a:defRPr lang="en-US" sz="1600" b="0" i="0" kern="1200" spc="0" baseline="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" charset="0"/>
                <a:ea typeface="Arial" charset="0"/>
                <a:cs typeface="Arial" charset="0"/>
              </a:defRPr>
            </a:lvl3pPr>
            <a:lvl4pPr>
              <a:defRPr lang="en-US" sz="1600" b="0" i="0" kern="1200" spc="0" baseline="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" charset="0"/>
                <a:ea typeface="Arial" charset="0"/>
                <a:cs typeface="Arial" charset="0"/>
              </a:defRPr>
            </a:lvl4pPr>
            <a:lvl5pPr>
              <a:defRPr lang="en-US" sz="1600" b="0" i="0" kern="1200" spc="0" baseline="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charset="0"/>
                <a:ea typeface="Arial" charset="0"/>
                <a:cs typeface="Arial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Freeform 12"/>
          <p:cNvSpPr/>
          <p:nvPr userDrawn="1"/>
        </p:nvSpPr>
        <p:spPr>
          <a:xfrm>
            <a:off x="6378951" y="0"/>
            <a:ext cx="1510718" cy="964688"/>
          </a:xfrm>
          <a:custGeom>
            <a:avLst/>
            <a:gdLst>
              <a:gd name="connsiteX0" fmla="*/ 0 w 1510718"/>
              <a:gd name="connsiteY0" fmla="*/ 0 h 964688"/>
              <a:gd name="connsiteX1" fmla="*/ 594056 w 1510718"/>
              <a:gd name="connsiteY1" fmla="*/ 0 h 964688"/>
              <a:gd name="connsiteX2" fmla="*/ 601815 w 1510718"/>
              <a:gd name="connsiteY2" fmla="*/ 6637 h 964688"/>
              <a:gd name="connsiteX3" fmla="*/ 824034 w 1510718"/>
              <a:gd name="connsiteY3" fmla="*/ 213497 h 964688"/>
              <a:gd name="connsiteX4" fmla="*/ 1038980 w 1510718"/>
              <a:gd name="connsiteY4" fmla="*/ 428604 h 964688"/>
              <a:gd name="connsiteX5" fmla="*/ 1445974 w 1510718"/>
              <a:gd name="connsiteY5" fmla="*/ 882910 h 964688"/>
              <a:gd name="connsiteX6" fmla="*/ 1510718 w 1510718"/>
              <a:gd name="connsiteY6" fmla="*/ 964688 h 964688"/>
              <a:gd name="connsiteX7" fmla="*/ 1248581 w 1510718"/>
              <a:gd name="connsiteY7" fmla="*/ 761378 h 964688"/>
              <a:gd name="connsiteX8" fmla="*/ 227279 w 1510718"/>
              <a:gd name="connsiteY8" fmla="*/ 115098 h 964688"/>
              <a:gd name="connsiteX9" fmla="*/ 0 w 1510718"/>
              <a:gd name="connsiteY9" fmla="*/ 0 h 9646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510718" h="964688">
                <a:moveTo>
                  <a:pt x="0" y="0"/>
                </a:moveTo>
                <a:lnTo>
                  <a:pt x="594056" y="0"/>
                </a:lnTo>
                <a:lnTo>
                  <a:pt x="601815" y="6637"/>
                </a:lnTo>
                <a:lnTo>
                  <a:pt x="824034" y="213497"/>
                </a:lnTo>
                <a:lnTo>
                  <a:pt x="1038980" y="428604"/>
                </a:lnTo>
                <a:cubicBezTo>
                  <a:pt x="1179793" y="574722"/>
                  <a:pt x="1315578" y="726229"/>
                  <a:pt x="1445974" y="882910"/>
                </a:cubicBezTo>
                <a:lnTo>
                  <a:pt x="1510718" y="964688"/>
                </a:lnTo>
                <a:lnTo>
                  <a:pt x="1248581" y="761378"/>
                </a:lnTo>
                <a:cubicBezTo>
                  <a:pt x="923941" y="521800"/>
                  <a:pt x="582547" y="305797"/>
                  <a:pt x="227279" y="115098"/>
                </a:cubicBezTo>
                <a:lnTo>
                  <a:pt x="0" y="0"/>
                </a:lnTo>
                <a:close/>
              </a:path>
            </a:pathLst>
          </a:custGeom>
          <a:solidFill>
            <a:srgbClr val="8B7A3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 15"/>
          <p:cNvSpPr/>
          <p:nvPr userDrawn="1"/>
        </p:nvSpPr>
        <p:spPr>
          <a:xfrm>
            <a:off x="6973008" y="0"/>
            <a:ext cx="2170993" cy="2205050"/>
          </a:xfrm>
          <a:custGeom>
            <a:avLst/>
            <a:gdLst>
              <a:gd name="connsiteX0" fmla="*/ 0 w 2170993"/>
              <a:gd name="connsiteY0" fmla="*/ 0 h 2205050"/>
              <a:gd name="connsiteX1" fmla="*/ 2170993 w 2170993"/>
              <a:gd name="connsiteY1" fmla="*/ 0 h 2205050"/>
              <a:gd name="connsiteX2" fmla="*/ 2170993 w 2170993"/>
              <a:gd name="connsiteY2" fmla="*/ 2205050 h 2205050"/>
              <a:gd name="connsiteX3" fmla="*/ 2141044 w 2170993"/>
              <a:gd name="connsiteY3" fmla="*/ 2167341 h 2205050"/>
              <a:gd name="connsiteX4" fmla="*/ 973473 w 2170993"/>
              <a:gd name="connsiteY4" fmla="*/ 1008751 h 2205050"/>
              <a:gd name="connsiteX5" fmla="*/ 916663 w 2170993"/>
              <a:gd name="connsiteY5" fmla="*/ 964690 h 2205050"/>
              <a:gd name="connsiteX6" fmla="*/ 916662 w 2170993"/>
              <a:gd name="connsiteY6" fmla="*/ 964688 h 2205050"/>
              <a:gd name="connsiteX7" fmla="*/ 916664 w 2170993"/>
              <a:gd name="connsiteY7" fmla="*/ 964690 h 2205050"/>
              <a:gd name="connsiteX8" fmla="*/ 851919 w 2170993"/>
              <a:gd name="connsiteY8" fmla="*/ 882910 h 2205050"/>
              <a:gd name="connsiteX9" fmla="*/ 229978 w 2170993"/>
              <a:gd name="connsiteY9" fmla="*/ 213497 h 2205050"/>
              <a:gd name="connsiteX10" fmla="*/ 229978 w 2170993"/>
              <a:gd name="connsiteY10" fmla="*/ 213497 h 2205050"/>
              <a:gd name="connsiteX11" fmla="*/ 229977 w 2170993"/>
              <a:gd name="connsiteY11" fmla="*/ 213496 h 2205050"/>
              <a:gd name="connsiteX12" fmla="*/ 7758 w 2170993"/>
              <a:gd name="connsiteY12" fmla="*/ 6636 h 2205050"/>
              <a:gd name="connsiteX13" fmla="*/ 0 w 2170993"/>
              <a:gd name="connsiteY13" fmla="*/ 0 h 2205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2170993" h="2205050">
                <a:moveTo>
                  <a:pt x="0" y="0"/>
                </a:moveTo>
                <a:lnTo>
                  <a:pt x="2170993" y="0"/>
                </a:lnTo>
                <a:lnTo>
                  <a:pt x="2170993" y="2205050"/>
                </a:lnTo>
                <a:lnTo>
                  <a:pt x="2141044" y="2167341"/>
                </a:lnTo>
                <a:cubicBezTo>
                  <a:pt x="1789106" y="1741830"/>
                  <a:pt x="1397531" y="1354203"/>
                  <a:pt x="973473" y="1008751"/>
                </a:cubicBezTo>
                <a:lnTo>
                  <a:pt x="916663" y="964690"/>
                </a:lnTo>
                <a:lnTo>
                  <a:pt x="916662" y="964688"/>
                </a:lnTo>
                <a:lnTo>
                  <a:pt x="916664" y="964690"/>
                </a:lnTo>
                <a:lnTo>
                  <a:pt x="851919" y="882910"/>
                </a:lnTo>
                <a:cubicBezTo>
                  <a:pt x="656324" y="647889"/>
                  <a:pt x="448606" y="424507"/>
                  <a:pt x="229978" y="213497"/>
                </a:cubicBezTo>
                <a:lnTo>
                  <a:pt x="229978" y="213497"/>
                </a:lnTo>
                <a:lnTo>
                  <a:pt x="229977" y="213496"/>
                </a:lnTo>
                <a:cubicBezTo>
                  <a:pt x="157102" y="143160"/>
                  <a:pt x="83013" y="74197"/>
                  <a:pt x="7758" y="6636"/>
                </a:cubicBezTo>
                <a:lnTo>
                  <a:pt x="0" y="0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Freeform 16"/>
          <p:cNvSpPr/>
          <p:nvPr userDrawn="1"/>
        </p:nvSpPr>
        <p:spPr>
          <a:xfrm>
            <a:off x="7889670" y="964691"/>
            <a:ext cx="1254330" cy="2125398"/>
          </a:xfrm>
          <a:custGeom>
            <a:avLst/>
            <a:gdLst>
              <a:gd name="connsiteX0" fmla="*/ 0 w 1254330"/>
              <a:gd name="connsiteY0" fmla="*/ 0 h 2125398"/>
              <a:gd name="connsiteX1" fmla="*/ 56809 w 1254330"/>
              <a:gd name="connsiteY1" fmla="*/ 44060 h 2125398"/>
              <a:gd name="connsiteX2" fmla="*/ 1224380 w 1254330"/>
              <a:gd name="connsiteY2" fmla="*/ 1202651 h 2125398"/>
              <a:gd name="connsiteX3" fmla="*/ 1254330 w 1254330"/>
              <a:gd name="connsiteY3" fmla="*/ 1240362 h 2125398"/>
              <a:gd name="connsiteX4" fmla="*/ 1254330 w 1254330"/>
              <a:gd name="connsiteY4" fmla="*/ 2125398 h 2125398"/>
              <a:gd name="connsiteX5" fmla="*/ 1218303 w 1254330"/>
              <a:gd name="connsiteY5" fmla="*/ 2032913 h 2125398"/>
              <a:gd name="connsiteX6" fmla="*/ 188755 w 1254330"/>
              <a:gd name="connsiteY6" fmla="*/ 238416 h 2125398"/>
              <a:gd name="connsiteX7" fmla="*/ 0 w 1254330"/>
              <a:gd name="connsiteY7" fmla="*/ 0 h 21253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54330" h="2125398">
                <a:moveTo>
                  <a:pt x="0" y="0"/>
                </a:moveTo>
                <a:lnTo>
                  <a:pt x="56809" y="44060"/>
                </a:lnTo>
                <a:cubicBezTo>
                  <a:pt x="480867" y="389512"/>
                  <a:pt x="872442" y="777139"/>
                  <a:pt x="1224380" y="1202651"/>
                </a:cubicBezTo>
                <a:lnTo>
                  <a:pt x="1254330" y="1240362"/>
                </a:lnTo>
                <a:lnTo>
                  <a:pt x="1254330" y="2125398"/>
                </a:lnTo>
                <a:lnTo>
                  <a:pt x="1218303" y="2032913"/>
                </a:lnTo>
                <a:cubicBezTo>
                  <a:pt x="946553" y="1384194"/>
                  <a:pt x="598925" y="783362"/>
                  <a:pt x="188755" y="238416"/>
                </a:cubicBezTo>
                <a:lnTo>
                  <a:pt x="0" y="0"/>
                </a:lnTo>
                <a:close/>
              </a:path>
            </a:pathLst>
          </a:custGeom>
          <a:solidFill>
            <a:srgbClr val="BAA3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56583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 - bullets and box ima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icture Placeholder 2"/>
          <p:cNvSpPr>
            <a:spLocks noGrp="1"/>
          </p:cNvSpPr>
          <p:nvPr>
            <p:ph type="pic" sz="quarter" idx="14" hasCustomPrompt="1"/>
          </p:nvPr>
        </p:nvSpPr>
        <p:spPr>
          <a:xfrm>
            <a:off x="4988458" y="1819747"/>
            <a:ext cx="3251533" cy="3865829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/>
          <a:lstStyle>
            <a:lvl1pPr marL="228600" marR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lvl1pPr>
          </a:lstStyle>
          <a:p>
            <a:r>
              <a:rPr lang="en-US" dirty="0"/>
              <a:t>Click icon below to add picture</a:t>
            </a:r>
          </a:p>
        </p:txBody>
      </p:sp>
      <p:sp>
        <p:nvSpPr>
          <p:cNvPr id="18" name="Text Placeholder 12"/>
          <p:cNvSpPr>
            <a:spLocks noGrp="1"/>
          </p:cNvSpPr>
          <p:nvPr>
            <p:ph type="body" sz="quarter" idx="11" hasCustomPrompt="1"/>
          </p:nvPr>
        </p:nvSpPr>
        <p:spPr>
          <a:xfrm>
            <a:off x="697237" y="573709"/>
            <a:ext cx="6337408" cy="476034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3200" b="1" i="0" spc="-100" baseline="0">
                <a:solidFill>
                  <a:srgbClr val="3D0029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pPr lvl="0"/>
            <a:r>
              <a:rPr lang="en-US" dirty="0"/>
              <a:t>Headline goes here</a:t>
            </a:r>
          </a:p>
        </p:txBody>
      </p:sp>
      <p:sp>
        <p:nvSpPr>
          <p:cNvPr id="19" name="Text Placeholder 12"/>
          <p:cNvSpPr>
            <a:spLocks noGrp="1"/>
          </p:cNvSpPr>
          <p:nvPr>
            <p:ph type="body" sz="quarter" idx="12" hasCustomPrompt="1"/>
          </p:nvPr>
        </p:nvSpPr>
        <p:spPr>
          <a:xfrm>
            <a:off x="697237" y="1049742"/>
            <a:ext cx="7033600" cy="59372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2000" b="0" i="0" spc="-50" baseline="0">
                <a:solidFill>
                  <a:srgbClr val="BAA360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pPr lvl="0"/>
            <a:r>
              <a:rPr lang="en-US" dirty="0"/>
              <a:t>Sub headline goes here</a:t>
            </a:r>
          </a:p>
        </p:txBody>
      </p:sp>
      <p:sp>
        <p:nvSpPr>
          <p:cNvPr id="20" name="Text Placeholder 12"/>
          <p:cNvSpPr>
            <a:spLocks noGrp="1"/>
          </p:cNvSpPr>
          <p:nvPr>
            <p:ph type="body" sz="quarter" idx="13" hasCustomPrompt="1"/>
          </p:nvPr>
        </p:nvSpPr>
        <p:spPr>
          <a:xfrm>
            <a:off x="692685" y="1819747"/>
            <a:ext cx="4123759" cy="3865829"/>
          </a:xfrm>
          <a:prstGeom prst="rect">
            <a:avLst/>
          </a:prstGeom>
        </p:spPr>
        <p:txBody>
          <a:bodyPr>
            <a:noAutofit/>
          </a:bodyPr>
          <a:lstStyle>
            <a:lvl1pPr marL="285750" indent="-285750">
              <a:lnSpc>
                <a:spcPct val="100000"/>
              </a:lnSpc>
              <a:spcBef>
                <a:spcPts val="0"/>
              </a:spcBef>
              <a:buFont typeface="Arial" charset="0"/>
              <a:buChar char="•"/>
              <a:defRPr sz="1600" b="0" i="0" spc="0"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pPr lvl="0"/>
            <a:r>
              <a:rPr lang="en-US" dirty="0"/>
              <a:t>Text goes here</a:t>
            </a:r>
          </a:p>
        </p:txBody>
      </p:sp>
      <p:pic>
        <p:nvPicPr>
          <p:cNvPr id="21" name="Picture 20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2684" y="5882633"/>
            <a:ext cx="1170308" cy="646724"/>
          </a:xfrm>
          <a:prstGeom prst="rect">
            <a:avLst/>
          </a:prstGeom>
        </p:spPr>
      </p:pic>
      <p:sp>
        <p:nvSpPr>
          <p:cNvPr id="10" name="Freeform 9"/>
          <p:cNvSpPr/>
          <p:nvPr userDrawn="1"/>
        </p:nvSpPr>
        <p:spPr>
          <a:xfrm>
            <a:off x="6378951" y="0"/>
            <a:ext cx="1510718" cy="964688"/>
          </a:xfrm>
          <a:custGeom>
            <a:avLst/>
            <a:gdLst>
              <a:gd name="connsiteX0" fmla="*/ 0 w 1510718"/>
              <a:gd name="connsiteY0" fmla="*/ 0 h 964688"/>
              <a:gd name="connsiteX1" fmla="*/ 594056 w 1510718"/>
              <a:gd name="connsiteY1" fmla="*/ 0 h 964688"/>
              <a:gd name="connsiteX2" fmla="*/ 601815 w 1510718"/>
              <a:gd name="connsiteY2" fmla="*/ 6637 h 964688"/>
              <a:gd name="connsiteX3" fmla="*/ 824034 w 1510718"/>
              <a:gd name="connsiteY3" fmla="*/ 213497 h 964688"/>
              <a:gd name="connsiteX4" fmla="*/ 1038980 w 1510718"/>
              <a:gd name="connsiteY4" fmla="*/ 428604 h 964688"/>
              <a:gd name="connsiteX5" fmla="*/ 1445974 w 1510718"/>
              <a:gd name="connsiteY5" fmla="*/ 882910 h 964688"/>
              <a:gd name="connsiteX6" fmla="*/ 1510718 w 1510718"/>
              <a:gd name="connsiteY6" fmla="*/ 964688 h 964688"/>
              <a:gd name="connsiteX7" fmla="*/ 1248581 w 1510718"/>
              <a:gd name="connsiteY7" fmla="*/ 761378 h 964688"/>
              <a:gd name="connsiteX8" fmla="*/ 227279 w 1510718"/>
              <a:gd name="connsiteY8" fmla="*/ 115098 h 964688"/>
              <a:gd name="connsiteX9" fmla="*/ 0 w 1510718"/>
              <a:gd name="connsiteY9" fmla="*/ 0 h 9646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510718" h="964688">
                <a:moveTo>
                  <a:pt x="0" y="0"/>
                </a:moveTo>
                <a:lnTo>
                  <a:pt x="594056" y="0"/>
                </a:lnTo>
                <a:lnTo>
                  <a:pt x="601815" y="6637"/>
                </a:lnTo>
                <a:lnTo>
                  <a:pt x="824034" y="213497"/>
                </a:lnTo>
                <a:lnTo>
                  <a:pt x="1038980" y="428604"/>
                </a:lnTo>
                <a:cubicBezTo>
                  <a:pt x="1179793" y="574722"/>
                  <a:pt x="1315578" y="726229"/>
                  <a:pt x="1445974" y="882910"/>
                </a:cubicBezTo>
                <a:lnTo>
                  <a:pt x="1510718" y="964688"/>
                </a:lnTo>
                <a:lnTo>
                  <a:pt x="1248581" y="761378"/>
                </a:lnTo>
                <a:cubicBezTo>
                  <a:pt x="923941" y="521800"/>
                  <a:pt x="582547" y="305797"/>
                  <a:pt x="227279" y="115098"/>
                </a:cubicBezTo>
                <a:lnTo>
                  <a:pt x="0" y="0"/>
                </a:lnTo>
                <a:close/>
              </a:path>
            </a:pathLst>
          </a:custGeom>
          <a:solidFill>
            <a:srgbClr val="8B7A3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 10"/>
          <p:cNvSpPr/>
          <p:nvPr userDrawn="1"/>
        </p:nvSpPr>
        <p:spPr>
          <a:xfrm>
            <a:off x="6973008" y="0"/>
            <a:ext cx="2170993" cy="2205050"/>
          </a:xfrm>
          <a:custGeom>
            <a:avLst/>
            <a:gdLst>
              <a:gd name="connsiteX0" fmla="*/ 0 w 2170993"/>
              <a:gd name="connsiteY0" fmla="*/ 0 h 2205050"/>
              <a:gd name="connsiteX1" fmla="*/ 2170993 w 2170993"/>
              <a:gd name="connsiteY1" fmla="*/ 0 h 2205050"/>
              <a:gd name="connsiteX2" fmla="*/ 2170993 w 2170993"/>
              <a:gd name="connsiteY2" fmla="*/ 2205050 h 2205050"/>
              <a:gd name="connsiteX3" fmla="*/ 2141044 w 2170993"/>
              <a:gd name="connsiteY3" fmla="*/ 2167341 h 2205050"/>
              <a:gd name="connsiteX4" fmla="*/ 973473 w 2170993"/>
              <a:gd name="connsiteY4" fmla="*/ 1008751 h 2205050"/>
              <a:gd name="connsiteX5" fmla="*/ 916663 w 2170993"/>
              <a:gd name="connsiteY5" fmla="*/ 964690 h 2205050"/>
              <a:gd name="connsiteX6" fmla="*/ 916662 w 2170993"/>
              <a:gd name="connsiteY6" fmla="*/ 964688 h 2205050"/>
              <a:gd name="connsiteX7" fmla="*/ 916664 w 2170993"/>
              <a:gd name="connsiteY7" fmla="*/ 964690 h 2205050"/>
              <a:gd name="connsiteX8" fmla="*/ 851919 w 2170993"/>
              <a:gd name="connsiteY8" fmla="*/ 882910 h 2205050"/>
              <a:gd name="connsiteX9" fmla="*/ 229978 w 2170993"/>
              <a:gd name="connsiteY9" fmla="*/ 213497 h 2205050"/>
              <a:gd name="connsiteX10" fmla="*/ 229978 w 2170993"/>
              <a:gd name="connsiteY10" fmla="*/ 213497 h 2205050"/>
              <a:gd name="connsiteX11" fmla="*/ 229977 w 2170993"/>
              <a:gd name="connsiteY11" fmla="*/ 213496 h 2205050"/>
              <a:gd name="connsiteX12" fmla="*/ 7758 w 2170993"/>
              <a:gd name="connsiteY12" fmla="*/ 6636 h 2205050"/>
              <a:gd name="connsiteX13" fmla="*/ 0 w 2170993"/>
              <a:gd name="connsiteY13" fmla="*/ 0 h 2205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2170993" h="2205050">
                <a:moveTo>
                  <a:pt x="0" y="0"/>
                </a:moveTo>
                <a:lnTo>
                  <a:pt x="2170993" y="0"/>
                </a:lnTo>
                <a:lnTo>
                  <a:pt x="2170993" y="2205050"/>
                </a:lnTo>
                <a:lnTo>
                  <a:pt x="2141044" y="2167341"/>
                </a:lnTo>
                <a:cubicBezTo>
                  <a:pt x="1789106" y="1741830"/>
                  <a:pt x="1397531" y="1354203"/>
                  <a:pt x="973473" y="1008751"/>
                </a:cubicBezTo>
                <a:lnTo>
                  <a:pt x="916663" y="964690"/>
                </a:lnTo>
                <a:lnTo>
                  <a:pt x="916662" y="964688"/>
                </a:lnTo>
                <a:lnTo>
                  <a:pt x="916664" y="964690"/>
                </a:lnTo>
                <a:lnTo>
                  <a:pt x="851919" y="882910"/>
                </a:lnTo>
                <a:cubicBezTo>
                  <a:pt x="656324" y="647889"/>
                  <a:pt x="448606" y="424507"/>
                  <a:pt x="229978" y="213497"/>
                </a:cubicBezTo>
                <a:lnTo>
                  <a:pt x="229978" y="213497"/>
                </a:lnTo>
                <a:lnTo>
                  <a:pt x="229977" y="213496"/>
                </a:lnTo>
                <a:cubicBezTo>
                  <a:pt x="157102" y="143160"/>
                  <a:pt x="83013" y="74197"/>
                  <a:pt x="7758" y="6636"/>
                </a:cubicBezTo>
                <a:lnTo>
                  <a:pt x="0" y="0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 11"/>
          <p:cNvSpPr/>
          <p:nvPr userDrawn="1"/>
        </p:nvSpPr>
        <p:spPr>
          <a:xfrm>
            <a:off x="7889670" y="964691"/>
            <a:ext cx="1254330" cy="2125398"/>
          </a:xfrm>
          <a:custGeom>
            <a:avLst/>
            <a:gdLst>
              <a:gd name="connsiteX0" fmla="*/ 0 w 1254330"/>
              <a:gd name="connsiteY0" fmla="*/ 0 h 2125398"/>
              <a:gd name="connsiteX1" fmla="*/ 56809 w 1254330"/>
              <a:gd name="connsiteY1" fmla="*/ 44060 h 2125398"/>
              <a:gd name="connsiteX2" fmla="*/ 1224380 w 1254330"/>
              <a:gd name="connsiteY2" fmla="*/ 1202651 h 2125398"/>
              <a:gd name="connsiteX3" fmla="*/ 1254330 w 1254330"/>
              <a:gd name="connsiteY3" fmla="*/ 1240362 h 2125398"/>
              <a:gd name="connsiteX4" fmla="*/ 1254330 w 1254330"/>
              <a:gd name="connsiteY4" fmla="*/ 2125398 h 2125398"/>
              <a:gd name="connsiteX5" fmla="*/ 1218303 w 1254330"/>
              <a:gd name="connsiteY5" fmla="*/ 2032913 h 2125398"/>
              <a:gd name="connsiteX6" fmla="*/ 188755 w 1254330"/>
              <a:gd name="connsiteY6" fmla="*/ 238416 h 2125398"/>
              <a:gd name="connsiteX7" fmla="*/ 0 w 1254330"/>
              <a:gd name="connsiteY7" fmla="*/ 0 h 21253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54330" h="2125398">
                <a:moveTo>
                  <a:pt x="0" y="0"/>
                </a:moveTo>
                <a:lnTo>
                  <a:pt x="56809" y="44060"/>
                </a:lnTo>
                <a:cubicBezTo>
                  <a:pt x="480867" y="389512"/>
                  <a:pt x="872442" y="777139"/>
                  <a:pt x="1224380" y="1202651"/>
                </a:cubicBezTo>
                <a:lnTo>
                  <a:pt x="1254330" y="1240362"/>
                </a:lnTo>
                <a:lnTo>
                  <a:pt x="1254330" y="2125398"/>
                </a:lnTo>
                <a:lnTo>
                  <a:pt x="1218303" y="2032913"/>
                </a:lnTo>
                <a:cubicBezTo>
                  <a:pt x="946553" y="1384194"/>
                  <a:pt x="598925" y="783362"/>
                  <a:pt x="188755" y="238416"/>
                </a:cubicBezTo>
                <a:lnTo>
                  <a:pt x="0" y="0"/>
                </a:lnTo>
                <a:close/>
              </a:path>
            </a:pathLst>
          </a:custGeom>
          <a:solidFill>
            <a:srgbClr val="BAA3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23878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slideLayout" Target="../slideLayouts/slideLayout6.xml"/><Relationship Id="rId1" Type="http://schemas.openxmlformats.org/officeDocument/2006/relationships/slideLayout" Target="../slideLayouts/slideLayout5.xml"/><Relationship Id="rId5" Type="http://schemas.openxmlformats.org/officeDocument/2006/relationships/theme" Target="../theme/theme2.xml"/><Relationship Id="rId4" Type="http://schemas.openxmlformats.org/officeDocument/2006/relationships/slideLayout" Target="../slideLayouts/slideLayout8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1.xml"/><Relationship Id="rId2" Type="http://schemas.openxmlformats.org/officeDocument/2006/relationships/slideLayout" Target="../slideLayouts/slideLayout10.xml"/><Relationship Id="rId1" Type="http://schemas.openxmlformats.org/officeDocument/2006/relationships/slideLayout" Target="../slideLayouts/slideLayout9.xml"/><Relationship Id="rId5" Type="http://schemas.openxmlformats.org/officeDocument/2006/relationships/theme" Target="../theme/theme3.xml"/><Relationship Id="rId4" Type="http://schemas.openxmlformats.org/officeDocument/2006/relationships/slideLayout" Target="../slideLayouts/slideLayout12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theme" Target="../theme/theme4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5" Type="http://schemas.openxmlformats.org/officeDocument/2006/relationships/slideLayout" Target="../slideLayouts/slideLayout17.xml"/><Relationship Id="rId4" Type="http://schemas.openxmlformats.org/officeDocument/2006/relationships/slideLayout" Target="../slideLayouts/slideLayout1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Title slides</a:t>
            </a:r>
            <a:br>
              <a:rPr lang="en-US" dirty="0"/>
            </a:br>
            <a:r>
              <a:rPr lang="en-US" dirty="0"/>
              <a:t>(with images)</a:t>
            </a:r>
          </a:p>
        </p:txBody>
      </p:sp>
    </p:spTree>
    <p:extLst>
      <p:ext uri="{BB962C8B-B14F-4D97-AF65-F5344CB8AC3E}">
        <p14:creationId xmlns:p14="http://schemas.microsoft.com/office/powerpoint/2010/main" val="6501463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9" r:id="rId1"/>
    <p:sldLayoutId id="2147483725" r:id="rId2"/>
    <p:sldLayoutId id="2147483727" r:id="rId3"/>
    <p:sldLayoutId id="2147483733" r:id="rId4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4400" b="1" i="0" kern="1200">
          <a:solidFill>
            <a:schemeClr val="tx1"/>
          </a:solidFill>
          <a:latin typeface="Arial" charset="0"/>
          <a:ea typeface="Arial" charset="0"/>
          <a:cs typeface="Arial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Title slides</a:t>
            </a:r>
            <a:br>
              <a:rPr lang="en-US" dirty="0"/>
            </a:br>
            <a:r>
              <a:rPr lang="en-US" dirty="0"/>
              <a:t>(no image)</a:t>
            </a:r>
          </a:p>
        </p:txBody>
      </p:sp>
    </p:spTree>
    <p:extLst>
      <p:ext uri="{BB962C8B-B14F-4D97-AF65-F5344CB8AC3E}">
        <p14:creationId xmlns:p14="http://schemas.microsoft.com/office/powerpoint/2010/main" val="15202284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4" r:id="rId1"/>
    <p:sldLayoutId id="2147483715" r:id="rId2"/>
    <p:sldLayoutId id="2147483716" r:id="rId3"/>
    <p:sldLayoutId id="2147483717" r:id="rId4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4400" b="1" i="0" kern="1200">
          <a:solidFill>
            <a:schemeClr val="tx1"/>
          </a:solidFill>
          <a:latin typeface="Arial" charset="0"/>
          <a:ea typeface="Arial" charset="0"/>
          <a:cs typeface="Arial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Divider slides</a:t>
            </a:r>
          </a:p>
        </p:txBody>
      </p:sp>
    </p:spTree>
    <p:extLst>
      <p:ext uri="{BB962C8B-B14F-4D97-AF65-F5344CB8AC3E}">
        <p14:creationId xmlns:p14="http://schemas.microsoft.com/office/powerpoint/2010/main" val="2809292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6" r:id="rId1"/>
    <p:sldLayoutId id="2147483687" r:id="rId2"/>
    <p:sldLayoutId id="2147483701" r:id="rId3"/>
    <p:sldLayoutId id="2147483702" r:id="rId4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4400" b="1" i="0" kern="1200">
          <a:solidFill>
            <a:schemeClr val="tx1"/>
          </a:solidFill>
          <a:latin typeface="Arial" charset="0"/>
          <a:ea typeface="Arial" charset="0"/>
          <a:cs typeface="Arial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Content slides</a:t>
            </a:r>
          </a:p>
        </p:txBody>
      </p:sp>
    </p:spTree>
    <p:extLst>
      <p:ext uri="{BB962C8B-B14F-4D97-AF65-F5344CB8AC3E}">
        <p14:creationId xmlns:p14="http://schemas.microsoft.com/office/powerpoint/2010/main" val="14320778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737" r:id="rId3"/>
    <p:sldLayoutId id="2147483738" r:id="rId4"/>
    <p:sldLayoutId id="2147483734" r:id="rId5"/>
    <p:sldLayoutId id="2147483735" r:id="rId6"/>
    <p:sldLayoutId id="2147483678" r:id="rId7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4400" b="1" i="0" kern="1200">
          <a:solidFill>
            <a:schemeClr val="tx1"/>
          </a:solidFill>
          <a:latin typeface="Arial" charset="0"/>
          <a:ea typeface="Arial" charset="0"/>
          <a:cs typeface="Arial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" Target="slide15.xml"/><Relationship Id="rId1" Type="http://schemas.openxmlformats.org/officeDocument/2006/relationships/slideLayout" Target="../slideLayouts/slideLayout1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" Target="slide15.xml"/><Relationship Id="rId1" Type="http://schemas.openxmlformats.org/officeDocument/2006/relationships/slideLayout" Target="../slideLayouts/slideLayout1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" Target="slide15.xml"/><Relationship Id="rId1" Type="http://schemas.openxmlformats.org/officeDocument/2006/relationships/slideLayout" Target="../slideLayouts/slideLayout1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7.xml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" Target="slide15.xml"/><Relationship Id="rId1" Type="http://schemas.openxmlformats.org/officeDocument/2006/relationships/slideLayout" Target="../slideLayouts/slideLayout1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hyperlink" Target="https://zeppelin.apache.org/" TargetMode="External"/><Relationship Id="rId3" Type="http://schemas.openxmlformats.org/officeDocument/2006/relationships/slide" Target="slide9.xml"/><Relationship Id="rId7" Type="http://schemas.openxmlformats.org/officeDocument/2006/relationships/slide" Target="slide6.xml"/><Relationship Id="rId2" Type="http://schemas.openxmlformats.org/officeDocument/2006/relationships/slide" Target="slide2.xml"/><Relationship Id="rId1" Type="http://schemas.openxmlformats.org/officeDocument/2006/relationships/slideLayout" Target="../slideLayouts/slideLayout17.xml"/><Relationship Id="rId6" Type="http://schemas.openxmlformats.org/officeDocument/2006/relationships/slide" Target="slide3.xml"/><Relationship Id="rId5" Type="http://schemas.openxmlformats.org/officeDocument/2006/relationships/hyperlink" Target="https://www.kaggle.com/datasets/maso0dahmed/gun-deaths-in-america-cdc" TargetMode="External"/><Relationship Id="rId4" Type="http://schemas.openxmlformats.org/officeDocument/2006/relationships/hyperlink" Target="https://www.dlsph.utoronto.ca/2019/05/22/why-young-men-die/" TargetMode="Externa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hyperlink" Target="https://drive.google.com/file/d/1d-10-PfrflpXt4vC0djfiPgFNv5qKVtc/view?usp=sharing" TargetMode="External"/><Relationship Id="rId1" Type="http://schemas.openxmlformats.org/officeDocument/2006/relationships/slideLayout" Target="../slideLayouts/slideLayout1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sz="quarter" idx="11"/>
          </p:nvPr>
        </p:nvSpPr>
        <p:spPr>
          <a:xfrm>
            <a:off x="194316" y="2435544"/>
            <a:ext cx="5076493" cy="1669096"/>
          </a:xfrm>
        </p:spPr>
        <p:txBody>
          <a:bodyPr/>
          <a:lstStyle/>
          <a:p>
            <a:pPr algn="ctr"/>
            <a:r>
              <a:rPr lang="en-US" sz="2800" dirty="0"/>
              <a:t>INFLUENCE OF EDUCATION</a:t>
            </a:r>
          </a:p>
          <a:p>
            <a:pPr algn="ctr"/>
            <a:r>
              <a:rPr lang="en-US" sz="2800" dirty="0"/>
              <a:t> ON </a:t>
            </a:r>
          </a:p>
          <a:p>
            <a:pPr algn="ctr"/>
            <a:r>
              <a:rPr lang="en-US" sz="2800" dirty="0"/>
              <a:t>FIREARM MORTALITY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194316" y="4422456"/>
            <a:ext cx="5760714" cy="873444"/>
          </a:xfrm>
        </p:spPr>
        <p:txBody>
          <a:bodyPr/>
          <a:lstStyle/>
          <a:p>
            <a:r>
              <a:rPr lang="en-US" dirty="0">
                <a:latin typeface="Bahnschrift Condensed" panose="020B0502040204020203" pitchFamily="34" charset="0"/>
              </a:rPr>
              <a:t>Eru Poudel </a:t>
            </a:r>
          </a:p>
          <a:p>
            <a:r>
              <a:rPr lang="en-US" dirty="0">
                <a:latin typeface="Bahnschrift Condensed" panose="020B0502040204020203" pitchFamily="34" charset="0"/>
              </a:rPr>
              <a:t>MSc Computer Science and Technology – Ulster University</a:t>
            </a:r>
          </a:p>
          <a:p>
            <a:r>
              <a:rPr lang="en-US" dirty="0">
                <a:latin typeface="Bahnschrift Condensed" panose="020B0502040204020203" pitchFamily="34" charset="0"/>
              </a:rPr>
              <a:t>Module: COM745 Big Data And Infrastructure</a:t>
            </a:r>
          </a:p>
        </p:txBody>
      </p:sp>
    </p:spTree>
    <p:extLst>
      <p:ext uri="{BB962C8B-B14F-4D97-AF65-F5344CB8AC3E}">
        <p14:creationId xmlns:p14="http://schemas.microsoft.com/office/powerpoint/2010/main" val="21157653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C140C620-A55E-4E91-B8BF-3DE7C8908F7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96710" y="1946910"/>
            <a:ext cx="3431823" cy="1482090"/>
          </a:xfrm>
          <a:solidFill>
            <a:schemeClr val="bg2"/>
          </a:solidFill>
        </p:spPr>
        <p:txBody>
          <a:bodyPr/>
          <a:lstStyle/>
          <a:p>
            <a:pPr marL="173736" indent="-173736" algn="just">
              <a:spcBef>
                <a:spcPts val="600"/>
              </a:spcBef>
            </a:pPr>
            <a:r>
              <a:rPr lang="en-GB" sz="1300" dirty="0">
                <a:solidFill>
                  <a:schemeClr val="tx1"/>
                </a:solidFill>
                <a:latin typeface="+mj-lt"/>
              </a:rPr>
              <a:t>Firearm mortality remain a significant public health concern </a:t>
            </a:r>
            <a:r>
              <a:rPr lang="en-GB" sz="1300" dirty="0">
                <a:solidFill>
                  <a:srgbClr val="BAA360"/>
                </a:solidFill>
                <a:latin typeface="+mj-lt"/>
                <a:hlinkClick r:id="rId2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[1]</a:t>
            </a:r>
            <a:r>
              <a:rPr lang="en-GB" sz="1300" dirty="0">
                <a:solidFill>
                  <a:srgbClr val="BAA360"/>
                </a:solidFill>
                <a:latin typeface="+mj-lt"/>
              </a:rPr>
              <a:t>.</a:t>
            </a:r>
          </a:p>
          <a:p>
            <a:pPr marL="173736" indent="-173736" algn="just">
              <a:spcBef>
                <a:spcPts val="600"/>
              </a:spcBef>
            </a:pPr>
            <a:r>
              <a:rPr lang="en-GB" sz="1300" dirty="0">
                <a:solidFill>
                  <a:schemeClr val="tx1"/>
                </a:solidFill>
                <a:latin typeface="+mj-lt"/>
              </a:rPr>
              <a:t>In the USA especially, gun death rates have affected the public health challenges </a:t>
            </a:r>
            <a:r>
              <a:rPr lang="en-GB" sz="1300" dirty="0">
                <a:solidFill>
                  <a:srgbClr val="8B7A39"/>
                </a:solidFill>
                <a:latin typeface="+mj-lt"/>
                <a:hlinkClick r:id="rId2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[1].</a:t>
            </a:r>
            <a:endParaRPr lang="en-GB" sz="1300" dirty="0">
              <a:solidFill>
                <a:srgbClr val="8B7A39"/>
              </a:solidFill>
              <a:latin typeface="+mj-lt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F3F1C1E-8322-40D8-A359-FC7D7962711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00051" y="573709"/>
            <a:ext cx="6750558" cy="476034"/>
          </a:xfrm>
        </p:spPr>
        <p:txBody>
          <a:bodyPr/>
          <a:lstStyle/>
          <a:p>
            <a:pPr marL="290513" indent="-290513"/>
            <a:r>
              <a:rPr lang="en-GB" dirty="0">
                <a:latin typeface="+mj-lt"/>
              </a:rPr>
              <a:t>Problem Statement</a:t>
            </a:r>
          </a:p>
        </p:txBody>
      </p:sp>
      <p:sp>
        <p:nvSpPr>
          <p:cNvPr id="10" name="Text Placeholder 1">
            <a:extLst>
              <a:ext uri="{FF2B5EF4-FFF2-40B4-BE49-F238E27FC236}">
                <a16:creationId xmlns:a16="http://schemas.microsoft.com/office/drawing/2014/main" id="{F35B57C1-A9A6-33EF-40C1-08F27B3B46F4}"/>
              </a:ext>
            </a:extLst>
          </p:cNvPr>
          <p:cNvSpPr txBox="1">
            <a:spLocks/>
          </p:cNvSpPr>
          <p:nvPr/>
        </p:nvSpPr>
        <p:spPr>
          <a:xfrm>
            <a:off x="4472940" y="1933082"/>
            <a:ext cx="3431820" cy="1495918"/>
          </a:xfrm>
          <a:prstGeom prst="rect">
            <a:avLst/>
          </a:prstGeom>
          <a:solidFill>
            <a:schemeClr val="bg2"/>
          </a:solidFill>
        </p:spPr>
        <p:txBody>
          <a:bodyPr>
            <a:noAutofit/>
          </a:bodyPr>
          <a:lstStyle>
            <a:lvl1pPr marL="285750" indent="-28575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charset="0"/>
              <a:buChar char="•"/>
              <a:defRPr sz="1600" b="0" i="0" kern="1200" spc="0"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charset="0"/>
                <a:ea typeface="Arial" charset="0"/>
                <a:cs typeface="Arial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3736" indent="-173736" algn="just">
              <a:spcBef>
                <a:spcPts val="600"/>
              </a:spcBef>
            </a:pPr>
            <a:r>
              <a:rPr lang="en-GB" sz="1200" dirty="0">
                <a:solidFill>
                  <a:schemeClr val="tx1"/>
                </a:solidFill>
                <a:latin typeface="+mj-lt"/>
              </a:rPr>
              <a:t>However, research and public discourse have overlooked how educational attainment influences gun mortality risk.</a:t>
            </a:r>
          </a:p>
          <a:p>
            <a:pPr marL="173736" indent="-173736" algn="just">
              <a:spcBef>
                <a:spcPts val="600"/>
              </a:spcBef>
            </a:pPr>
            <a:r>
              <a:rPr lang="en-GB" sz="1200" dirty="0">
                <a:solidFill>
                  <a:schemeClr val="tx1"/>
                </a:solidFill>
                <a:latin typeface="+mj-lt"/>
              </a:rPr>
              <a:t>Most existing studies focus on race, age, rurality and gun ownership rates </a:t>
            </a:r>
            <a:r>
              <a:rPr lang="en-GB" sz="1200" dirty="0">
                <a:solidFill>
                  <a:srgbClr val="8B7A39"/>
                </a:solidFill>
                <a:latin typeface="+mj-lt"/>
                <a:hlinkClick r:id="rId2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[2].</a:t>
            </a:r>
            <a:endParaRPr lang="en-GB" sz="1200" dirty="0">
              <a:solidFill>
                <a:srgbClr val="8B7A39"/>
              </a:solidFill>
              <a:latin typeface="+mj-lt"/>
            </a:endParaRPr>
          </a:p>
          <a:p>
            <a:pPr marL="173736" indent="-173736" algn="just">
              <a:spcBef>
                <a:spcPts val="600"/>
              </a:spcBef>
            </a:pPr>
            <a:r>
              <a:rPr lang="en-GB" sz="1200" dirty="0">
                <a:solidFill>
                  <a:schemeClr val="tx1"/>
                </a:solidFill>
                <a:latin typeface="+mj-lt"/>
              </a:rPr>
              <a:t>Education level is rarely treated as the major factor</a:t>
            </a:r>
            <a:r>
              <a:rPr lang="en-GB" sz="1200" dirty="0">
                <a:solidFill>
                  <a:srgbClr val="8B7A39"/>
                </a:solidFill>
                <a:latin typeface="+mj-lt"/>
              </a:rPr>
              <a:t> </a:t>
            </a:r>
            <a:r>
              <a:rPr lang="en-GB" sz="1200" dirty="0">
                <a:solidFill>
                  <a:srgbClr val="8B7A39"/>
                </a:solidFill>
                <a:latin typeface="+mj-lt"/>
                <a:hlinkClick r:id="rId2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[2]</a:t>
            </a:r>
            <a:r>
              <a:rPr lang="en-GB" sz="1200" dirty="0">
                <a:solidFill>
                  <a:srgbClr val="8B7A39"/>
                </a:solidFill>
                <a:latin typeface="+mj-lt"/>
              </a:rPr>
              <a:t>.</a:t>
            </a:r>
          </a:p>
        </p:txBody>
      </p:sp>
      <p:sp>
        <p:nvSpPr>
          <p:cNvPr id="11" name="Text Placeholder 1">
            <a:extLst>
              <a:ext uri="{FF2B5EF4-FFF2-40B4-BE49-F238E27FC236}">
                <a16:creationId xmlns:a16="http://schemas.microsoft.com/office/drawing/2014/main" id="{5C0AAE63-FFBB-C3EE-48C7-43D17586A068}"/>
              </a:ext>
            </a:extLst>
          </p:cNvPr>
          <p:cNvSpPr txBox="1">
            <a:spLocks/>
          </p:cNvSpPr>
          <p:nvPr/>
        </p:nvSpPr>
        <p:spPr>
          <a:xfrm>
            <a:off x="502594" y="4432106"/>
            <a:ext cx="3425939" cy="1036320"/>
          </a:xfrm>
          <a:prstGeom prst="rect">
            <a:avLst/>
          </a:prstGeom>
          <a:solidFill>
            <a:schemeClr val="bg2"/>
          </a:solidFill>
        </p:spPr>
        <p:txBody>
          <a:bodyPr>
            <a:noAutofit/>
          </a:bodyPr>
          <a:lstStyle>
            <a:lvl1pPr marL="285750" indent="-28575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charset="0"/>
              <a:buChar char="•"/>
              <a:defRPr sz="1600" b="0" i="0" kern="1200" spc="0"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charset="0"/>
                <a:ea typeface="Arial" charset="0"/>
                <a:cs typeface="Arial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3736" indent="-173736" algn="just">
              <a:spcBef>
                <a:spcPts val="600"/>
              </a:spcBef>
            </a:pPr>
            <a:r>
              <a:rPr lang="en-GB" sz="1200" dirty="0">
                <a:solidFill>
                  <a:schemeClr val="tx1"/>
                </a:solidFill>
                <a:latin typeface="+mj-lt"/>
              </a:rPr>
              <a:t>According to Jha et. al. </a:t>
            </a:r>
            <a:r>
              <a:rPr lang="en-GB" sz="1200" dirty="0">
                <a:solidFill>
                  <a:srgbClr val="8B7A39"/>
                </a:solidFill>
                <a:latin typeface="+mj-lt"/>
                <a:hlinkClick r:id="rId2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[3]</a:t>
            </a:r>
            <a:r>
              <a:rPr lang="en-GB" sz="1200" dirty="0">
                <a:solidFill>
                  <a:schemeClr val="tx1"/>
                </a:solidFill>
                <a:latin typeface="+mj-lt"/>
              </a:rPr>
              <a:t>, the contribution of education to firearm mortality has yet to be studied although variations in education has been registered previously</a:t>
            </a:r>
          </a:p>
        </p:txBody>
      </p:sp>
      <p:sp>
        <p:nvSpPr>
          <p:cNvPr id="12" name="Text Placeholder 1">
            <a:extLst>
              <a:ext uri="{FF2B5EF4-FFF2-40B4-BE49-F238E27FC236}">
                <a16:creationId xmlns:a16="http://schemas.microsoft.com/office/drawing/2014/main" id="{BA6C0F92-E8F7-6E3D-D040-A0D5B32AE509}"/>
              </a:ext>
            </a:extLst>
          </p:cNvPr>
          <p:cNvSpPr txBox="1">
            <a:spLocks/>
          </p:cNvSpPr>
          <p:nvPr/>
        </p:nvSpPr>
        <p:spPr>
          <a:xfrm>
            <a:off x="4478826" y="4432106"/>
            <a:ext cx="3431822" cy="957386"/>
          </a:xfrm>
          <a:prstGeom prst="rect">
            <a:avLst/>
          </a:prstGeom>
          <a:solidFill>
            <a:schemeClr val="bg2"/>
          </a:solidFill>
        </p:spPr>
        <p:txBody>
          <a:bodyPr>
            <a:noAutofit/>
          </a:bodyPr>
          <a:lstStyle>
            <a:lvl1pPr marL="285750" indent="-28575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charset="0"/>
              <a:buChar char="•"/>
              <a:defRPr sz="1600" b="0" i="0" kern="1200" spc="0"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charset="0"/>
                <a:ea typeface="Arial" charset="0"/>
                <a:cs typeface="Arial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3736" indent="-173736" algn="just">
              <a:spcBef>
                <a:spcPts val="600"/>
              </a:spcBef>
            </a:pPr>
            <a:r>
              <a:rPr lang="en-GB" sz="1300" dirty="0">
                <a:solidFill>
                  <a:schemeClr val="tx1"/>
                </a:solidFill>
                <a:latin typeface="+mj-lt"/>
              </a:rPr>
              <a:t>Hamilton and </a:t>
            </a:r>
            <a:r>
              <a:rPr lang="en-GB" sz="1300" dirty="0" err="1">
                <a:solidFill>
                  <a:schemeClr val="tx1"/>
                </a:solidFill>
                <a:latin typeface="+mj-lt"/>
              </a:rPr>
              <a:t>Kposowa</a:t>
            </a:r>
            <a:r>
              <a:rPr lang="en-GB" sz="1300" dirty="0">
                <a:solidFill>
                  <a:schemeClr val="tx1"/>
                </a:solidFill>
                <a:latin typeface="+mj-lt"/>
              </a:rPr>
              <a:t> </a:t>
            </a:r>
            <a:r>
              <a:rPr lang="en-GB" sz="1300" dirty="0">
                <a:solidFill>
                  <a:srgbClr val="8B7A39"/>
                </a:solidFill>
                <a:latin typeface="+mj-lt"/>
                <a:hlinkClick r:id="rId2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[4]</a:t>
            </a:r>
            <a:r>
              <a:rPr lang="en-GB" sz="1300" dirty="0">
                <a:solidFill>
                  <a:srgbClr val="8B7A39"/>
                </a:solidFill>
                <a:latin typeface="+mj-lt"/>
              </a:rPr>
              <a:t> </a:t>
            </a:r>
            <a:r>
              <a:rPr lang="en-GB" sz="1300" dirty="0">
                <a:solidFill>
                  <a:schemeClr val="tx1"/>
                </a:solidFill>
                <a:latin typeface="+mj-lt"/>
              </a:rPr>
              <a:t>found that higher education levels are associated with lower rates of firearm suicide and total gun deaths.</a:t>
            </a:r>
          </a:p>
        </p:txBody>
      </p:sp>
      <p:sp>
        <p:nvSpPr>
          <p:cNvPr id="4" name="Shape 4">
            <a:extLst>
              <a:ext uri="{FF2B5EF4-FFF2-40B4-BE49-F238E27FC236}">
                <a16:creationId xmlns:a16="http://schemas.microsoft.com/office/drawing/2014/main" id="{5D91B3E0-3994-37DF-E58C-06D0F820FD86}"/>
              </a:ext>
            </a:extLst>
          </p:cNvPr>
          <p:cNvSpPr/>
          <p:nvPr/>
        </p:nvSpPr>
        <p:spPr>
          <a:xfrm>
            <a:off x="490828" y="1588984"/>
            <a:ext cx="3431822" cy="344098"/>
          </a:xfrm>
          <a:prstGeom prst="rect">
            <a:avLst/>
          </a:prstGeom>
          <a:solidFill>
            <a:schemeClr val="accent4">
              <a:lumMod val="50000"/>
            </a:schemeClr>
          </a:solidFill>
          <a:ln/>
        </p:spPr>
        <p:txBody>
          <a:bodyPr/>
          <a:lstStyle/>
          <a:p>
            <a:pPr algn="ctr"/>
            <a:r>
              <a:rPr lang="en-US" sz="1400" dirty="0">
                <a:solidFill>
                  <a:schemeClr val="bg1"/>
                </a:solidFill>
                <a:latin typeface="+mj-lt"/>
              </a:rPr>
              <a:t>Seriousness of the firearm Mortality</a:t>
            </a:r>
          </a:p>
        </p:txBody>
      </p:sp>
      <p:sp>
        <p:nvSpPr>
          <p:cNvPr id="5" name="Shape 4">
            <a:extLst>
              <a:ext uri="{FF2B5EF4-FFF2-40B4-BE49-F238E27FC236}">
                <a16:creationId xmlns:a16="http://schemas.microsoft.com/office/drawing/2014/main" id="{78414BAD-EA1A-7706-C897-74FD45F49AA7}"/>
              </a:ext>
            </a:extLst>
          </p:cNvPr>
          <p:cNvSpPr/>
          <p:nvPr/>
        </p:nvSpPr>
        <p:spPr>
          <a:xfrm>
            <a:off x="4478826" y="1605424"/>
            <a:ext cx="3431820" cy="330270"/>
          </a:xfrm>
          <a:prstGeom prst="rect">
            <a:avLst/>
          </a:prstGeom>
          <a:solidFill>
            <a:schemeClr val="accent4">
              <a:lumMod val="50000"/>
            </a:schemeClr>
          </a:solidFill>
          <a:ln/>
        </p:spPr>
        <p:txBody>
          <a:bodyPr/>
          <a:lstStyle/>
          <a:p>
            <a:pPr algn="ctr"/>
            <a:r>
              <a:rPr lang="en-US" sz="1400" dirty="0">
                <a:solidFill>
                  <a:schemeClr val="bg1"/>
                </a:solidFill>
                <a:latin typeface="+mj-lt"/>
              </a:rPr>
              <a:t>Overlooked Factor</a:t>
            </a:r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04566EBA-C111-5E25-6EBF-1F4B99B082E3}"/>
              </a:ext>
            </a:extLst>
          </p:cNvPr>
          <p:cNvSpPr/>
          <p:nvPr/>
        </p:nvSpPr>
        <p:spPr>
          <a:xfrm>
            <a:off x="4478827" y="4089206"/>
            <a:ext cx="3431821" cy="342900"/>
          </a:xfrm>
          <a:prstGeom prst="rect">
            <a:avLst/>
          </a:prstGeom>
          <a:solidFill>
            <a:schemeClr val="accent4">
              <a:lumMod val="50000"/>
            </a:schemeClr>
          </a:solidFill>
          <a:ln/>
        </p:spPr>
        <p:txBody>
          <a:bodyPr/>
          <a:lstStyle/>
          <a:p>
            <a:pPr algn="ctr"/>
            <a:r>
              <a:rPr lang="en-US" sz="1400" dirty="0">
                <a:solidFill>
                  <a:schemeClr val="bg1"/>
                </a:solidFill>
                <a:latin typeface="+mj-lt"/>
              </a:rPr>
              <a:t>Recent links</a:t>
            </a:r>
          </a:p>
        </p:txBody>
      </p:sp>
      <p:sp>
        <p:nvSpPr>
          <p:cNvPr id="7" name="Shape 4">
            <a:extLst>
              <a:ext uri="{FF2B5EF4-FFF2-40B4-BE49-F238E27FC236}">
                <a16:creationId xmlns:a16="http://schemas.microsoft.com/office/drawing/2014/main" id="{1C376412-1AD9-55E7-4047-F819EC0C8023}"/>
              </a:ext>
            </a:extLst>
          </p:cNvPr>
          <p:cNvSpPr/>
          <p:nvPr/>
        </p:nvSpPr>
        <p:spPr>
          <a:xfrm>
            <a:off x="502594" y="4089206"/>
            <a:ext cx="3425939" cy="342900"/>
          </a:xfrm>
          <a:prstGeom prst="rect">
            <a:avLst/>
          </a:prstGeom>
          <a:solidFill>
            <a:schemeClr val="accent4">
              <a:lumMod val="50000"/>
            </a:schemeClr>
          </a:solidFill>
          <a:ln/>
        </p:spPr>
        <p:txBody>
          <a:bodyPr/>
          <a:lstStyle/>
          <a:p>
            <a:pPr algn="ctr"/>
            <a:r>
              <a:rPr lang="en-US" sz="1400" dirty="0">
                <a:solidFill>
                  <a:schemeClr val="bg1"/>
                </a:solidFill>
                <a:latin typeface="+mj-lt"/>
              </a:rPr>
              <a:t>Gap In the analysis</a:t>
            </a:r>
          </a:p>
        </p:txBody>
      </p:sp>
    </p:spTree>
    <p:extLst>
      <p:ext uri="{BB962C8B-B14F-4D97-AF65-F5344CB8AC3E}">
        <p14:creationId xmlns:p14="http://schemas.microsoft.com/office/powerpoint/2010/main" val="17098477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083A728B-0B91-337C-743A-746FC85C589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7262" y="1470991"/>
            <a:ext cx="7891668" cy="4343400"/>
          </a:xfrm>
        </p:spPr>
        <p:txBody>
          <a:bodyPr/>
          <a:lstStyle/>
          <a:p>
            <a:r>
              <a:rPr lang="en-US" dirty="0">
                <a:solidFill>
                  <a:schemeClr val="tx1"/>
                </a:solidFill>
                <a:latin typeface="+mj-lt"/>
              </a:rPr>
              <a:t>To address the lack of focus on education in gun death research and to directly compare education with firearm deaths, the dataset “Gun Deaths in America- CDC” </a:t>
            </a:r>
            <a:r>
              <a:rPr lang="en-US" dirty="0">
                <a:solidFill>
                  <a:schemeClr val="tx1"/>
                </a:solidFill>
                <a:latin typeface="+mj-lt"/>
                <a:hlinkClick r:id="rId2" action="ppaction://hlinksldjump"/>
              </a:rPr>
              <a:t>[5]</a:t>
            </a:r>
            <a:r>
              <a:rPr lang="en-US" dirty="0">
                <a:solidFill>
                  <a:schemeClr val="tx1"/>
                </a:solidFill>
                <a:latin typeface="+mj-lt"/>
              </a:rPr>
              <a:t> was used.</a:t>
            </a:r>
          </a:p>
          <a:p>
            <a:endParaRPr lang="en-US" dirty="0">
              <a:solidFill>
                <a:schemeClr val="tx1"/>
              </a:solidFill>
              <a:latin typeface="+mj-lt"/>
            </a:endParaRPr>
          </a:p>
          <a:p>
            <a:r>
              <a:rPr lang="en-US" dirty="0">
                <a:solidFill>
                  <a:schemeClr val="tx1"/>
                </a:solidFill>
                <a:latin typeface="+mj-lt"/>
              </a:rPr>
              <a:t>Following are the reasons for choosing the dataset:</a:t>
            </a:r>
          </a:p>
          <a:p>
            <a:endParaRPr lang="en-US"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A2ED569-420E-9505-9FC3-96C531BB546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47263" y="573709"/>
            <a:ext cx="6703346" cy="476034"/>
          </a:xfrm>
        </p:spPr>
        <p:txBody>
          <a:bodyPr/>
          <a:lstStyle/>
          <a:p>
            <a:r>
              <a:rPr lang="en-US" dirty="0">
                <a:latin typeface="+mj-lt"/>
              </a:rPr>
              <a:t>ABOUT DATASET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C84C12A5-6BED-067A-D134-500DD62433B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43825578"/>
              </p:ext>
            </p:extLst>
          </p:nvPr>
        </p:nvGraphicFramePr>
        <p:xfrm>
          <a:off x="853440" y="2909404"/>
          <a:ext cx="7386320" cy="266843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8000">
                  <a:extLst>
                    <a:ext uri="{9D8B030D-6E8A-4147-A177-3AD203B41FA5}">
                      <a16:colId xmlns:a16="http://schemas.microsoft.com/office/drawing/2014/main" val="2551728600"/>
                    </a:ext>
                  </a:extLst>
                </a:gridCol>
                <a:gridCol w="5608320">
                  <a:extLst>
                    <a:ext uri="{9D8B030D-6E8A-4147-A177-3AD203B41FA5}">
                      <a16:colId xmlns:a16="http://schemas.microsoft.com/office/drawing/2014/main" val="95024753"/>
                    </a:ext>
                  </a:extLst>
                </a:gridCol>
              </a:tblGrid>
              <a:tr h="385411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+mj-lt"/>
                        </a:rPr>
                        <a:t>Reasons</a:t>
                      </a:r>
                    </a:p>
                  </a:txBody>
                  <a:tcPr>
                    <a:solidFill>
                      <a:srgbClr val="3C052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+mj-lt"/>
                        </a:rPr>
                        <a:t>Description</a:t>
                      </a:r>
                    </a:p>
                  </a:txBody>
                  <a:tcPr>
                    <a:solidFill>
                      <a:srgbClr val="3C052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98898313"/>
                  </a:ext>
                </a:extLst>
              </a:tr>
              <a:tr h="383128"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chemeClr val="bg1"/>
                          </a:solidFill>
                          <a:latin typeface="+mj-lt"/>
                        </a:rPr>
                        <a:t>Availability</a:t>
                      </a:r>
                    </a:p>
                  </a:txBody>
                  <a:tcPr>
                    <a:solidFill>
                      <a:srgbClr val="BAA3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+mj-lt"/>
                        </a:rPr>
                        <a:t>Dataset is publicly available on Kaggle.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68149843"/>
                  </a:ext>
                </a:extLst>
              </a:tr>
              <a:tr h="383128"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chemeClr val="bg1"/>
                          </a:solidFill>
                          <a:latin typeface="+mj-lt"/>
                        </a:rPr>
                        <a:t>Cost</a:t>
                      </a:r>
                    </a:p>
                  </a:txBody>
                  <a:tcPr>
                    <a:solidFill>
                      <a:srgbClr val="BAA3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+mj-lt"/>
                        </a:rPr>
                        <a:t>Free to access and use.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09832519"/>
                  </a:ext>
                </a:extLst>
              </a:tr>
              <a:tr h="472350"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chemeClr val="bg1"/>
                          </a:solidFill>
                          <a:latin typeface="+mj-lt"/>
                        </a:rPr>
                        <a:t>Domain Relevance</a:t>
                      </a:r>
                    </a:p>
                  </a:txBody>
                  <a:tcPr>
                    <a:solidFill>
                      <a:srgbClr val="BAA3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+mj-lt"/>
                        </a:rPr>
                        <a:t>Covers Education and Firearm Mortality which facilitates a direct link between them.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75914875"/>
                  </a:ext>
                </a:extLst>
              </a:tr>
              <a:tr h="661290"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chemeClr val="bg1"/>
                          </a:solidFill>
                          <a:latin typeface="+mj-lt"/>
                        </a:rPr>
                        <a:t>Comparability</a:t>
                      </a:r>
                    </a:p>
                  </a:txBody>
                  <a:tcPr>
                    <a:solidFill>
                      <a:srgbClr val="BAA3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+mj-lt"/>
                        </a:rPr>
                        <a:t>Allows direct comparison with previous studies that claims education level also affects firearm mortality rate.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61663142"/>
                  </a:ext>
                </a:extLst>
              </a:tr>
              <a:tr h="383128"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chemeClr val="bg1"/>
                          </a:solidFill>
                          <a:latin typeface="+mj-lt"/>
                        </a:rPr>
                        <a:t>Data Quality</a:t>
                      </a:r>
                    </a:p>
                  </a:txBody>
                  <a:tcPr>
                    <a:solidFill>
                      <a:srgbClr val="BAA3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+mj-lt"/>
                        </a:rPr>
                        <a:t>Sourced from the CDC, ensuring high credibility.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0029576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723117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525E1A6-2C5A-5796-B4AA-FA45E1732C3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74168" y="1272209"/>
            <a:ext cx="8384081" cy="4413367"/>
          </a:xfrm>
        </p:spPr>
        <p:txBody>
          <a:bodyPr/>
          <a:lstStyle/>
          <a:p>
            <a:pPr algn="just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  <a:latin typeface="+mj-lt"/>
              </a:rPr>
              <a:t>Information about gun-related deaths in the United States.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  <a:latin typeface="+mj-lt"/>
              </a:rPr>
              <a:t>Total number of rows: </a:t>
            </a:r>
            <a:r>
              <a:rPr lang="en-US" b="1" dirty="0">
                <a:solidFill>
                  <a:srgbClr val="FF0000"/>
                </a:solidFill>
                <a:latin typeface="+mj-lt"/>
              </a:rPr>
              <a:t>100798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  <a:latin typeface="+mj-lt"/>
              </a:rPr>
              <a:t>Total number of columns: </a:t>
            </a:r>
            <a:r>
              <a:rPr lang="en-US" b="1" dirty="0">
                <a:solidFill>
                  <a:srgbClr val="FF0000"/>
                </a:solidFill>
                <a:latin typeface="+mj-lt"/>
              </a:rPr>
              <a:t>9</a:t>
            </a:r>
          </a:p>
          <a:p>
            <a:endParaRPr lang="en-US" dirty="0">
              <a:latin typeface="+mj-lt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2F02A6D-E4EF-4606-20D8-643BE142D66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74169" y="573709"/>
            <a:ext cx="6676440" cy="476034"/>
          </a:xfrm>
        </p:spPr>
        <p:txBody>
          <a:bodyPr/>
          <a:lstStyle/>
          <a:p>
            <a:r>
              <a:rPr lang="en-US" dirty="0">
                <a:latin typeface="+mj-lt"/>
              </a:rPr>
              <a:t>DATASET PROPERTIES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4B27AEF-C74E-83EE-FD35-25950FBB3378}"/>
              </a:ext>
            </a:extLst>
          </p:cNvPr>
          <p:cNvSpPr txBox="1"/>
          <p:nvPr/>
        </p:nvSpPr>
        <p:spPr>
          <a:xfrm>
            <a:off x="645801" y="3039926"/>
            <a:ext cx="2072325" cy="2523768"/>
          </a:xfrm>
          <a:prstGeom prst="rect">
            <a:avLst/>
          </a:prstGeom>
          <a:solidFill>
            <a:schemeClr val="bg2"/>
          </a:solidFill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+mj-lt"/>
              </a:rPr>
              <a:t>Year of Death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+mj-lt"/>
              </a:rPr>
              <a:t>Month of Death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+mj-lt"/>
              </a:rPr>
              <a:t>Intent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+mj-lt"/>
              </a:rPr>
              <a:t>Police Involvement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+mj-lt"/>
              </a:rPr>
              <a:t>Gender Of The Victim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+mj-lt"/>
              </a:rPr>
              <a:t>Age Of The Victim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+mj-lt"/>
              </a:rPr>
              <a:t>Race Of The Victim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+mj-lt"/>
              </a:rPr>
              <a:t>Place Of Shooting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+mj-lt"/>
              </a:rPr>
              <a:t>Education Level</a:t>
            </a:r>
          </a:p>
          <a:p>
            <a:endParaRPr lang="en-US" dirty="0">
              <a:latin typeface="+mj-lt"/>
            </a:endParaRPr>
          </a:p>
        </p:txBody>
      </p:sp>
      <p:sp>
        <p:nvSpPr>
          <p:cNvPr id="35" name="Shape 4">
            <a:extLst>
              <a:ext uri="{FF2B5EF4-FFF2-40B4-BE49-F238E27FC236}">
                <a16:creationId xmlns:a16="http://schemas.microsoft.com/office/drawing/2014/main" id="{1B10676F-9B72-F66F-174F-7FDC43610E15}"/>
              </a:ext>
            </a:extLst>
          </p:cNvPr>
          <p:cNvSpPr/>
          <p:nvPr/>
        </p:nvSpPr>
        <p:spPr>
          <a:xfrm>
            <a:off x="645800" y="2675750"/>
            <a:ext cx="2072327" cy="365760"/>
          </a:xfrm>
          <a:prstGeom prst="rect">
            <a:avLst/>
          </a:prstGeom>
          <a:solidFill>
            <a:schemeClr val="accent4">
              <a:lumMod val="50000"/>
            </a:schemeClr>
          </a:solidFill>
          <a:ln/>
        </p:spPr>
        <p:txBody>
          <a:bodyPr/>
          <a:lstStyle/>
          <a:p>
            <a:r>
              <a:rPr lang="en-US" sz="1600" dirty="0">
                <a:solidFill>
                  <a:schemeClr val="bg1"/>
                </a:solidFill>
                <a:latin typeface="+mj-lt"/>
              </a:rPr>
              <a:t>ATTRIBUTES:</a:t>
            </a:r>
          </a:p>
        </p:txBody>
      </p:sp>
      <p:sp>
        <p:nvSpPr>
          <p:cNvPr id="36" name="Shape 4">
            <a:extLst>
              <a:ext uri="{FF2B5EF4-FFF2-40B4-BE49-F238E27FC236}">
                <a16:creationId xmlns:a16="http://schemas.microsoft.com/office/drawing/2014/main" id="{1E6528E7-8652-3804-A8A2-BA8158850173}"/>
              </a:ext>
            </a:extLst>
          </p:cNvPr>
          <p:cNvSpPr/>
          <p:nvPr/>
        </p:nvSpPr>
        <p:spPr>
          <a:xfrm>
            <a:off x="3221723" y="2675750"/>
            <a:ext cx="2072328" cy="365760"/>
          </a:xfrm>
          <a:prstGeom prst="rect">
            <a:avLst/>
          </a:prstGeom>
          <a:solidFill>
            <a:schemeClr val="accent4">
              <a:lumMod val="50000"/>
            </a:schemeClr>
          </a:solidFill>
          <a:ln/>
        </p:spPr>
        <p:txBody>
          <a:bodyPr/>
          <a:lstStyle/>
          <a:p>
            <a:r>
              <a:rPr lang="en-US" sz="1600" dirty="0">
                <a:solidFill>
                  <a:schemeClr val="bg1"/>
                </a:solidFill>
                <a:latin typeface="+mj-lt"/>
              </a:rPr>
              <a:t>INTENT OF DEATH:</a:t>
            </a:r>
          </a:p>
        </p:txBody>
      </p:sp>
      <p:sp>
        <p:nvSpPr>
          <p:cNvPr id="37" name="Shape 4">
            <a:extLst>
              <a:ext uri="{FF2B5EF4-FFF2-40B4-BE49-F238E27FC236}">
                <a16:creationId xmlns:a16="http://schemas.microsoft.com/office/drawing/2014/main" id="{45D5EEBF-4950-488F-9C62-0DD7AF3BAD7E}"/>
              </a:ext>
            </a:extLst>
          </p:cNvPr>
          <p:cNvSpPr/>
          <p:nvPr/>
        </p:nvSpPr>
        <p:spPr>
          <a:xfrm>
            <a:off x="5867780" y="2670498"/>
            <a:ext cx="2565653" cy="371012"/>
          </a:xfrm>
          <a:prstGeom prst="rect">
            <a:avLst/>
          </a:prstGeom>
          <a:solidFill>
            <a:schemeClr val="accent4">
              <a:lumMod val="50000"/>
            </a:schemeClr>
          </a:solidFill>
          <a:ln/>
        </p:spPr>
        <p:txBody>
          <a:bodyPr/>
          <a:lstStyle/>
          <a:p>
            <a:r>
              <a:rPr lang="en-US" sz="1600" dirty="0">
                <a:solidFill>
                  <a:schemeClr val="bg1"/>
                </a:solidFill>
                <a:latin typeface="+mj-lt"/>
              </a:rPr>
              <a:t>EDUCATION LEVEL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C2BBD6CA-A341-F5A8-40A1-0E9463B638E4}"/>
              </a:ext>
            </a:extLst>
          </p:cNvPr>
          <p:cNvSpPr txBox="1"/>
          <p:nvPr/>
        </p:nvSpPr>
        <p:spPr>
          <a:xfrm>
            <a:off x="3218760" y="3039926"/>
            <a:ext cx="2072328" cy="1415772"/>
          </a:xfrm>
          <a:prstGeom prst="rect">
            <a:avLst/>
          </a:prstGeom>
          <a:solidFill>
            <a:schemeClr val="bg2"/>
          </a:solidFill>
        </p:spPr>
        <p:txBody>
          <a:bodyPr wrap="square">
            <a:spAutoFit/>
          </a:bodyPr>
          <a:lstStyle/>
          <a:p>
            <a:pPr marL="285750" indent="-285750" algn="just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1400" dirty="0">
                <a:latin typeface="+mj-lt"/>
              </a:rPr>
              <a:t> Suicide</a:t>
            </a:r>
          </a:p>
          <a:p>
            <a:pPr marL="342900" indent="-342900" algn="just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1400" dirty="0">
                <a:latin typeface="+mj-lt"/>
              </a:rPr>
              <a:t>Homicide</a:t>
            </a:r>
          </a:p>
          <a:p>
            <a:pPr marL="342900" indent="-342900" algn="just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1400" dirty="0">
                <a:latin typeface="+mj-lt"/>
              </a:rPr>
              <a:t>Accidental</a:t>
            </a:r>
          </a:p>
          <a:p>
            <a:pPr marL="342900" indent="-342900" algn="just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1400" dirty="0">
                <a:latin typeface="+mj-lt"/>
              </a:rPr>
              <a:t>Undetermined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ACB394DE-AB38-D238-6CE7-9C492BEE2DC1}"/>
              </a:ext>
            </a:extLst>
          </p:cNvPr>
          <p:cNvSpPr txBox="1"/>
          <p:nvPr/>
        </p:nvSpPr>
        <p:spPr>
          <a:xfrm>
            <a:off x="5864816" y="3039926"/>
            <a:ext cx="2565653" cy="1631216"/>
          </a:xfrm>
          <a:prstGeom prst="rect">
            <a:avLst/>
          </a:prstGeom>
          <a:solidFill>
            <a:schemeClr val="bg2"/>
          </a:solidFill>
        </p:spPr>
        <p:txBody>
          <a:bodyPr wrap="square">
            <a:spAutoFit/>
          </a:bodyPr>
          <a:lstStyle/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1400" dirty="0">
                <a:latin typeface="+mj-lt"/>
              </a:rPr>
              <a:t>Less Than High School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1400" dirty="0">
                <a:latin typeface="+mj-lt"/>
              </a:rPr>
              <a:t>High School/General Educational Development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1400" dirty="0">
                <a:latin typeface="+mj-lt"/>
              </a:rPr>
              <a:t>Some College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1400" dirty="0">
                <a:latin typeface="+mj-lt"/>
              </a:rPr>
              <a:t>BA+ </a:t>
            </a:r>
          </a:p>
        </p:txBody>
      </p:sp>
    </p:spTree>
    <p:extLst>
      <p:ext uri="{BB962C8B-B14F-4D97-AF65-F5344CB8AC3E}">
        <p14:creationId xmlns:p14="http://schemas.microsoft.com/office/powerpoint/2010/main" val="36522781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921C23B-7187-3A98-CCAE-D50906A03D0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47261" y="573709"/>
            <a:ext cx="6703347" cy="476034"/>
          </a:xfrm>
        </p:spPr>
        <p:txBody>
          <a:bodyPr/>
          <a:lstStyle/>
          <a:p>
            <a:r>
              <a:rPr lang="en-US" dirty="0">
                <a:latin typeface="+mj-lt"/>
              </a:rPr>
              <a:t>METHODOLOGY</a:t>
            </a:r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A9A59D70-F1F8-4F15-58D4-2D50EE372F91}"/>
              </a:ext>
            </a:extLst>
          </p:cNvPr>
          <p:cNvSpPr/>
          <p:nvPr/>
        </p:nvSpPr>
        <p:spPr>
          <a:xfrm>
            <a:off x="6645155" y="1175851"/>
            <a:ext cx="1340344" cy="972385"/>
          </a:xfrm>
          <a:prstGeom prst="rect">
            <a:avLst/>
          </a:prstGeom>
          <a:solidFill>
            <a:schemeClr val="accent4">
              <a:lumMod val="50000"/>
            </a:schemeClr>
          </a:solidFill>
          <a:ln/>
        </p:spPr>
        <p:txBody>
          <a:bodyPr/>
          <a:lstStyle/>
          <a:p>
            <a:pPr algn="ctr"/>
            <a:endParaRPr lang="en-US" sz="1000" dirty="0">
              <a:solidFill>
                <a:srgbClr val="FFFFFF"/>
              </a:solidFill>
              <a:latin typeface="+mj-lt"/>
              <a:ea typeface="Calibri" pitchFamily="34" charset="-122"/>
              <a:cs typeface="Calibri" pitchFamily="34" charset="-120"/>
            </a:endParaRPr>
          </a:p>
          <a:p>
            <a:pPr algn="ctr"/>
            <a:r>
              <a:rPr lang="en-US" sz="1100" b="1" dirty="0">
                <a:solidFill>
                  <a:srgbClr val="FFFFFF"/>
                </a:solidFill>
                <a:latin typeface="+mj-lt"/>
                <a:ea typeface="Calibri" pitchFamily="34" charset="-122"/>
                <a:cs typeface="Calibri" pitchFamily="34" charset="-120"/>
              </a:rPr>
              <a:t>Visualization</a:t>
            </a:r>
            <a:r>
              <a:rPr lang="en-US" sz="1100" dirty="0">
                <a:solidFill>
                  <a:srgbClr val="FFFFFF"/>
                </a:solidFill>
                <a:latin typeface="+mj-lt"/>
                <a:ea typeface="Calibri" pitchFamily="34" charset="-122"/>
                <a:cs typeface="Calibri" pitchFamily="34" charset="-120"/>
              </a:rPr>
              <a:t>:</a:t>
            </a:r>
          </a:p>
          <a:p>
            <a:pPr algn="ctr"/>
            <a:r>
              <a:rPr lang="en-US" sz="1000" dirty="0">
                <a:solidFill>
                  <a:schemeClr val="bg2">
                    <a:lumMod val="90000"/>
                  </a:schemeClr>
                </a:solidFill>
                <a:latin typeface="+mj-lt"/>
                <a:ea typeface="Calibri" pitchFamily="34" charset="-122"/>
                <a:cs typeface="Calibri" pitchFamily="34" charset="-120"/>
              </a:rPr>
              <a:t>Apache Zeppelin</a:t>
            </a:r>
          </a:p>
          <a:p>
            <a:pPr algn="ctr"/>
            <a:r>
              <a:rPr lang="en-US" sz="1000" dirty="0">
                <a:solidFill>
                  <a:schemeClr val="bg2">
                    <a:lumMod val="90000"/>
                  </a:schemeClr>
                </a:solidFill>
                <a:latin typeface="+mj-lt"/>
                <a:ea typeface="Calibri" pitchFamily="34" charset="-122"/>
                <a:cs typeface="Calibri" pitchFamily="34" charset="-120"/>
              </a:rPr>
              <a:t>Graph Chart </a:t>
            </a:r>
          </a:p>
          <a:p>
            <a:pPr algn="ctr"/>
            <a:r>
              <a:rPr lang="en-US" sz="1000" dirty="0">
                <a:solidFill>
                  <a:schemeClr val="bg2">
                    <a:lumMod val="90000"/>
                  </a:schemeClr>
                </a:solidFill>
                <a:latin typeface="+mj-lt"/>
                <a:ea typeface="Calibri" pitchFamily="34" charset="-122"/>
                <a:cs typeface="Calibri" pitchFamily="34" charset="-120"/>
              </a:rPr>
              <a:t>Line Chart</a:t>
            </a:r>
            <a:endParaRPr lang="en-US" sz="1000" dirty="0">
              <a:solidFill>
                <a:schemeClr val="bg2">
                  <a:lumMod val="90000"/>
                </a:schemeClr>
              </a:solidFill>
              <a:latin typeface="+mj-lt"/>
            </a:endParaRPr>
          </a:p>
        </p:txBody>
      </p:sp>
      <p:sp>
        <p:nvSpPr>
          <p:cNvPr id="6" name="Text 5">
            <a:extLst>
              <a:ext uri="{FF2B5EF4-FFF2-40B4-BE49-F238E27FC236}">
                <a16:creationId xmlns:a16="http://schemas.microsoft.com/office/drawing/2014/main" id="{E38237D2-C832-6EC6-B8AE-8C7C5F1ABDF8}"/>
              </a:ext>
            </a:extLst>
          </p:cNvPr>
          <p:cNvSpPr/>
          <p:nvPr/>
        </p:nvSpPr>
        <p:spPr>
          <a:xfrm>
            <a:off x="581522" y="1185326"/>
            <a:ext cx="1279939" cy="969676"/>
          </a:xfrm>
          <a:prstGeom prst="rect">
            <a:avLst/>
          </a:prstGeom>
          <a:solidFill>
            <a:schemeClr val="accent4">
              <a:lumMod val="50000"/>
            </a:schemeClr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bg1"/>
                </a:solidFill>
                <a:latin typeface="+mj-lt"/>
              </a:rPr>
              <a:t>Data Source</a:t>
            </a:r>
            <a:r>
              <a:rPr lang="en-US" sz="1050" b="1" dirty="0">
                <a:solidFill>
                  <a:schemeClr val="bg1"/>
                </a:solidFill>
                <a:latin typeface="+mj-lt"/>
              </a:rPr>
              <a:t>:</a:t>
            </a:r>
            <a:endParaRPr lang="en-US" sz="1050" dirty="0">
              <a:solidFill>
                <a:schemeClr val="bg1"/>
              </a:solidFill>
              <a:latin typeface="+mj-lt"/>
            </a:endParaRPr>
          </a:p>
          <a:p>
            <a:pPr marL="0" indent="0" algn="ctr">
              <a:buNone/>
            </a:pPr>
            <a:r>
              <a:rPr lang="en-US" sz="1050" dirty="0">
                <a:solidFill>
                  <a:schemeClr val="bg2">
                    <a:lumMod val="90000"/>
                  </a:schemeClr>
                </a:solidFill>
                <a:latin typeface="+mj-lt"/>
              </a:rPr>
              <a:t>Kaggle</a:t>
            </a:r>
          </a:p>
          <a:p>
            <a:pPr marL="0" indent="0" algn="ctr">
              <a:buNone/>
            </a:pPr>
            <a:r>
              <a:rPr lang="en-US" sz="1050" dirty="0">
                <a:solidFill>
                  <a:schemeClr val="bg2">
                    <a:lumMod val="90000"/>
                  </a:schemeClr>
                </a:solidFill>
                <a:latin typeface="+mj-lt"/>
              </a:rPr>
              <a:t>CSV Dataset</a:t>
            </a:r>
          </a:p>
        </p:txBody>
      </p:sp>
      <p:sp>
        <p:nvSpPr>
          <p:cNvPr id="8" name="Shape 7">
            <a:extLst>
              <a:ext uri="{FF2B5EF4-FFF2-40B4-BE49-F238E27FC236}">
                <a16:creationId xmlns:a16="http://schemas.microsoft.com/office/drawing/2014/main" id="{F42C4601-D0EE-5B99-96F2-1C9427878B2D}"/>
              </a:ext>
            </a:extLst>
          </p:cNvPr>
          <p:cNvSpPr/>
          <p:nvPr/>
        </p:nvSpPr>
        <p:spPr>
          <a:xfrm>
            <a:off x="2099584" y="1175851"/>
            <a:ext cx="1310468" cy="969676"/>
          </a:xfrm>
          <a:prstGeom prst="rect">
            <a:avLst/>
          </a:prstGeom>
          <a:solidFill>
            <a:schemeClr val="accent4">
              <a:lumMod val="50000"/>
            </a:schemeClr>
          </a:solidFill>
          <a:ln/>
        </p:spPr>
        <p:txBody>
          <a:bodyPr/>
          <a:lstStyle/>
          <a:p>
            <a:pPr algn="ctr"/>
            <a:endParaRPr lang="en-US" sz="1200" dirty="0">
              <a:solidFill>
                <a:srgbClr val="FFFFFF"/>
              </a:solidFill>
              <a:latin typeface="+mj-lt"/>
              <a:ea typeface="Calibri" pitchFamily="34" charset="-122"/>
              <a:cs typeface="Calibri" pitchFamily="34" charset="-120"/>
            </a:endParaRPr>
          </a:p>
          <a:p>
            <a:pPr algn="ctr"/>
            <a:r>
              <a:rPr lang="en-US" sz="1100" b="1" dirty="0">
                <a:solidFill>
                  <a:srgbClr val="FFFFFF"/>
                </a:solidFill>
                <a:latin typeface="+mj-lt"/>
                <a:ea typeface="Calibri" pitchFamily="34" charset="-122"/>
                <a:cs typeface="Calibri" pitchFamily="34" charset="-120"/>
              </a:rPr>
              <a:t>HDFS Ingestion</a:t>
            </a:r>
            <a:r>
              <a:rPr lang="en-US" sz="1000" b="1" dirty="0">
                <a:solidFill>
                  <a:srgbClr val="FFFFFF"/>
                </a:solidFill>
                <a:latin typeface="+mj-lt"/>
                <a:ea typeface="Calibri" pitchFamily="34" charset="-122"/>
                <a:cs typeface="Calibri" pitchFamily="34" charset="-120"/>
              </a:rPr>
              <a:t>:</a:t>
            </a:r>
            <a:endParaRPr lang="en-US" sz="1000" dirty="0">
              <a:solidFill>
                <a:srgbClr val="FFFFFF"/>
              </a:solidFill>
              <a:latin typeface="+mj-lt"/>
              <a:ea typeface="Calibri" pitchFamily="34" charset="-122"/>
              <a:cs typeface="Calibri" pitchFamily="34" charset="-120"/>
            </a:endParaRPr>
          </a:p>
          <a:p>
            <a:pPr algn="ctr"/>
            <a:r>
              <a:rPr lang="en-US" sz="1000" dirty="0" err="1">
                <a:solidFill>
                  <a:schemeClr val="bg2">
                    <a:lumMod val="90000"/>
                  </a:schemeClr>
                </a:solidFill>
                <a:latin typeface="+mj-lt"/>
                <a:ea typeface="Calibri" pitchFamily="34" charset="-122"/>
                <a:cs typeface="Calibri" pitchFamily="34" charset="-120"/>
              </a:rPr>
              <a:t>Hdfs</a:t>
            </a:r>
            <a:r>
              <a:rPr lang="en-US" sz="1000" dirty="0">
                <a:solidFill>
                  <a:schemeClr val="bg2">
                    <a:lumMod val="90000"/>
                  </a:schemeClr>
                </a:solidFill>
                <a:latin typeface="+mj-lt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 err="1">
                <a:solidFill>
                  <a:schemeClr val="bg2">
                    <a:lumMod val="90000"/>
                  </a:schemeClr>
                </a:solidFill>
                <a:latin typeface="+mj-lt"/>
                <a:ea typeface="Calibri" pitchFamily="34" charset="-122"/>
                <a:cs typeface="Calibri" pitchFamily="34" charset="-120"/>
              </a:rPr>
              <a:t>dfs</a:t>
            </a:r>
            <a:r>
              <a:rPr lang="en-US" sz="1000" dirty="0">
                <a:solidFill>
                  <a:schemeClr val="bg2">
                    <a:lumMod val="90000"/>
                  </a:schemeClr>
                </a:solidFill>
                <a:latin typeface="+mj-lt"/>
                <a:ea typeface="Calibri" pitchFamily="34" charset="-122"/>
                <a:cs typeface="Calibri" pitchFamily="34" charset="-120"/>
              </a:rPr>
              <a:t> –put /user/Hadoop/</a:t>
            </a:r>
            <a:r>
              <a:rPr lang="en-US" sz="1000" dirty="0" err="1">
                <a:solidFill>
                  <a:schemeClr val="bg2">
                    <a:lumMod val="90000"/>
                  </a:schemeClr>
                </a:solidFill>
                <a:latin typeface="+mj-lt"/>
                <a:ea typeface="Calibri" pitchFamily="34" charset="-122"/>
                <a:cs typeface="Calibri" pitchFamily="34" charset="-120"/>
              </a:rPr>
              <a:t>mydataset</a:t>
            </a:r>
            <a:endParaRPr lang="en-US" sz="1000" dirty="0">
              <a:solidFill>
                <a:schemeClr val="bg2">
                  <a:lumMod val="90000"/>
                </a:schemeClr>
              </a:solidFill>
              <a:latin typeface="+mj-lt"/>
            </a:endParaRPr>
          </a:p>
          <a:p>
            <a:endParaRPr lang="en-US" sz="1200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9" name="Shape 11">
            <a:extLst>
              <a:ext uri="{FF2B5EF4-FFF2-40B4-BE49-F238E27FC236}">
                <a16:creationId xmlns:a16="http://schemas.microsoft.com/office/drawing/2014/main" id="{98C95F20-C9C3-D997-545B-46D33A51A823}"/>
              </a:ext>
            </a:extLst>
          </p:cNvPr>
          <p:cNvSpPr/>
          <p:nvPr/>
        </p:nvSpPr>
        <p:spPr>
          <a:xfrm>
            <a:off x="3598074" y="1185326"/>
            <a:ext cx="1310468" cy="960201"/>
          </a:xfrm>
          <a:prstGeom prst="rect">
            <a:avLst/>
          </a:prstGeom>
          <a:solidFill>
            <a:schemeClr val="accent4">
              <a:lumMod val="50000"/>
            </a:schemeClr>
          </a:solidFill>
          <a:ln/>
        </p:spPr>
        <p:txBody>
          <a:bodyPr/>
          <a:lstStyle/>
          <a:p>
            <a:pPr algn="ctr"/>
            <a:endParaRPr lang="en-US" sz="1100" dirty="0">
              <a:solidFill>
                <a:schemeClr val="bg1"/>
              </a:solidFill>
              <a:latin typeface="+mj-lt"/>
            </a:endParaRPr>
          </a:p>
          <a:p>
            <a:pPr algn="ctr"/>
            <a:r>
              <a:rPr lang="en-US" sz="1100" b="1" dirty="0">
                <a:solidFill>
                  <a:schemeClr val="bg1"/>
                </a:solidFill>
                <a:latin typeface="+mj-lt"/>
              </a:rPr>
              <a:t>Hive:</a:t>
            </a:r>
          </a:p>
          <a:p>
            <a:pPr algn="ctr"/>
            <a:r>
              <a:rPr lang="en-US" sz="1000" dirty="0">
                <a:solidFill>
                  <a:schemeClr val="bg2">
                    <a:lumMod val="90000"/>
                  </a:schemeClr>
                </a:solidFill>
                <a:latin typeface="+mj-lt"/>
              </a:rPr>
              <a:t>Create Database</a:t>
            </a:r>
          </a:p>
          <a:p>
            <a:pPr algn="ctr"/>
            <a:r>
              <a:rPr lang="en-US" sz="1000" dirty="0">
                <a:solidFill>
                  <a:schemeClr val="bg2">
                    <a:lumMod val="90000"/>
                  </a:schemeClr>
                </a:solidFill>
                <a:latin typeface="+mj-lt"/>
              </a:rPr>
              <a:t>Create Table</a:t>
            </a:r>
          </a:p>
        </p:txBody>
      </p:sp>
      <p:sp>
        <p:nvSpPr>
          <p:cNvPr id="10" name="Shape 15">
            <a:extLst>
              <a:ext uri="{FF2B5EF4-FFF2-40B4-BE49-F238E27FC236}">
                <a16:creationId xmlns:a16="http://schemas.microsoft.com/office/drawing/2014/main" id="{1D17F5A7-D33E-EF7E-2E2E-D481C57C2659}"/>
              </a:ext>
            </a:extLst>
          </p:cNvPr>
          <p:cNvSpPr/>
          <p:nvPr/>
        </p:nvSpPr>
        <p:spPr>
          <a:xfrm>
            <a:off x="5116789" y="1186523"/>
            <a:ext cx="1340344" cy="948010"/>
          </a:xfrm>
          <a:prstGeom prst="rect">
            <a:avLst/>
          </a:prstGeom>
          <a:solidFill>
            <a:schemeClr val="accent4">
              <a:lumMod val="50000"/>
            </a:schemeClr>
          </a:solidFill>
          <a:ln/>
        </p:spPr>
        <p:txBody>
          <a:bodyPr/>
          <a:lstStyle/>
          <a:p>
            <a:pPr algn="ctr"/>
            <a:endParaRPr lang="en-US" sz="1000" dirty="0">
              <a:solidFill>
                <a:srgbClr val="FFFFFF"/>
              </a:solidFill>
              <a:latin typeface="+mj-lt"/>
              <a:ea typeface="Calibri" pitchFamily="34" charset="-122"/>
              <a:cs typeface="Calibri" pitchFamily="34" charset="-120"/>
            </a:endParaRPr>
          </a:p>
          <a:p>
            <a:pPr algn="ctr"/>
            <a:r>
              <a:rPr lang="en-US" sz="1100" b="1" dirty="0">
                <a:solidFill>
                  <a:srgbClr val="FFFFFF"/>
                </a:solidFill>
                <a:latin typeface="+mj-lt"/>
                <a:ea typeface="Calibri" pitchFamily="34" charset="-122"/>
                <a:cs typeface="Calibri" pitchFamily="34" charset="-120"/>
              </a:rPr>
              <a:t>HiveQL Analysis</a:t>
            </a:r>
            <a:r>
              <a:rPr lang="en-US" sz="1000" dirty="0">
                <a:solidFill>
                  <a:srgbClr val="FFFFFF"/>
                </a:solidFill>
                <a:latin typeface="+mj-lt"/>
                <a:ea typeface="Calibri" pitchFamily="34" charset="-122"/>
                <a:cs typeface="Calibri" pitchFamily="34" charset="-120"/>
              </a:rPr>
              <a:t>:</a:t>
            </a:r>
          </a:p>
          <a:p>
            <a:pPr algn="ctr"/>
            <a:r>
              <a:rPr lang="en-US" sz="1000" dirty="0">
                <a:solidFill>
                  <a:schemeClr val="bg2">
                    <a:lumMod val="90000"/>
                  </a:schemeClr>
                </a:solidFill>
                <a:latin typeface="+mj-lt"/>
                <a:ea typeface="Calibri" pitchFamily="34" charset="-122"/>
                <a:cs typeface="Calibri" pitchFamily="34" charset="-120"/>
              </a:rPr>
              <a:t>COUNT(*)</a:t>
            </a:r>
          </a:p>
          <a:p>
            <a:pPr algn="ctr"/>
            <a:r>
              <a:rPr lang="en-US" sz="1000" dirty="0">
                <a:solidFill>
                  <a:schemeClr val="bg2">
                    <a:lumMod val="90000"/>
                  </a:schemeClr>
                </a:solidFill>
                <a:latin typeface="+mj-lt"/>
                <a:ea typeface="Calibri" pitchFamily="34" charset="-122"/>
                <a:cs typeface="Calibri" pitchFamily="34" charset="-120"/>
              </a:rPr>
              <a:t>GROUP BY</a:t>
            </a:r>
          </a:p>
          <a:p>
            <a:pPr algn="ctr"/>
            <a:r>
              <a:rPr lang="en-US" sz="1000" dirty="0">
                <a:solidFill>
                  <a:schemeClr val="bg2">
                    <a:lumMod val="90000"/>
                  </a:schemeClr>
                </a:solidFill>
                <a:latin typeface="+mj-lt"/>
                <a:ea typeface="Calibri" pitchFamily="34" charset="-122"/>
                <a:cs typeface="Calibri" pitchFamily="34" charset="-120"/>
              </a:rPr>
              <a:t>WHERE IN</a:t>
            </a:r>
            <a:endParaRPr lang="en-US" sz="1000" dirty="0">
              <a:solidFill>
                <a:schemeClr val="bg2">
                  <a:lumMod val="90000"/>
                </a:schemeClr>
              </a:solidFill>
              <a:latin typeface="+mj-lt"/>
            </a:endParaRPr>
          </a:p>
        </p:txBody>
      </p:sp>
      <p:sp>
        <p:nvSpPr>
          <p:cNvPr id="14" name="Shape 6">
            <a:extLst>
              <a:ext uri="{FF2B5EF4-FFF2-40B4-BE49-F238E27FC236}">
                <a16:creationId xmlns:a16="http://schemas.microsoft.com/office/drawing/2014/main" id="{4AD7C98F-E576-B3D0-F7F0-CF904A7C2B58}"/>
              </a:ext>
            </a:extLst>
          </p:cNvPr>
          <p:cNvSpPr/>
          <p:nvPr/>
        </p:nvSpPr>
        <p:spPr>
          <a:xfrm>
            <a:off x="1870898" y="1672764"/>
            <a:ext cx="228686" cy="0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sp>
      <p:sp>
        <p:nvSpPr>
          <p:cNvPr id="18" name="Shape 6">
            <a:extLst>
              <a:ext uri="{FF2B5EF4-FFF2-40B4-BE49-F238E27FC236}">
                <a16:creationId xmlns:a16="http://schemas.microsoft.com/office/drawing/2014/main" id="{B000E345-C1AD-4532-F736-8297F6C5B266}"/>
              </a:ext>
            </a:extLst>
          </p:cNvPr>
          <p:cNvSpPr/>
          <p:nvPr/>
        </p:nvSpPr>
        <p:spPr>
          <a:xfrm>
            <a:off x="3410052" y="1680054"/>
            <a:ext cx="214695" cy="0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sp>
      <p:sp>
        <p:nvSpPr>
          <p:cNvPr id="19" name="Shape 6">
            <a:extLst>
              <a:ext uri="{FF2B5EF4-FFF2-40B4-BE49-F238E27FC236}">
                <a16:creationId xmlns:a16="http://schemas.microsoft.com/office/drawing/2014/main" id="{818C2D35-460E-3A36-8089-BA11F71B2500}"/>
              </a:ext>
            </a:extLst>
          </p:cNvPr>
          <p:cNvSpPr/>
          <p:nvPr/>
        </p:nvSpPr>
        <p:spPr>
          <a:xfrm>
            <a:off x="4873121" y="1704890"/>
            <a:ext cx="243668" cy="0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sp>
      <p:sp>
        <p:nvSpPr>
          <p:cNvPr id="20" name="Shape 6">
            <a:extLst>
              <a:ext uri="{FF2B5EF4-FFF2-40B4-BE49-F238E27FC236}">
                <a16:creationId xmlns:a16="http://schemas.microsoft.com/office/drawing/2014/main" id="{8500AF4E-D960-5780-516B-1FB47020CE4F}"/>
              </a:ext>
            </a:extLst>
          </p:cNvPr>
          <p:cNvSpPr/>
          <p:nvPr/>
        </p:nvSpPr>
        <p:spPr>
          <a:xfrm>
            <a:off x="6427233" y="1712180"/>
            <a:ext cx="217922" cy="0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sp>
      <p:sp>
        <p:nvSpPr>
          <p:cNvPr id="21" name="Text 5">
            <a:extLst>
              <a:ext uri="{FF2B5EF4-FFF2-40B4-BE49-F238E27FC236}">
                <a16:creationId xmlns:a16="http://schemas.microsoft.com/office/drawing/2014/main" id="{02146692-CD63-8DBA-375B-9AB180E86E8F}"/>
              </a:ext>
            </a:extLst>
          </p:cNvPr>
          <p:cNvSpPr/>
          <p:nvPr/>
        </p:nvSpPr>
        <p:spPr>
          <a:xfrm>
            <a:off x="581522" y="2396045"/>
            <a:ext cx="3899038" cy="263154"/>
          </a:xfrm>
          <a:prstGeom prst="rect">
            <a:avLst/>
          </a:prstGeom>
          <a:solidFill>
            <a:schemeClr val="bg2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8B7A39"/>
                </a:solidFill>
                <a:latin typeface="+mj-lt"/>
              </a:rPr>
              <a:t>Download Dataset from Kaggle</a:t>
            </a:r>
            <a:endParaRPr lang="en-US" sz="1050" dirty="0">
              <a:solidFill>
                <a:srgbClr val="8B7A39"/>
              </a:solidFill>
              <a:latin typeface="+mj-lt"/>
            </a:endParaRPr>
          </a:p>
        </p:txBody>
      </p:sp>
      <p:sp>
        <p:nvSpPr>
          <p:cNvPr id="22" name="Text 5">
            <a:extLst>
              <a:ext uri="{FF2B5EF4-FFF2-40B4-BE49-F238E27FC236}">
                <a16:creationId xmlns:a16="http://schemas.microsoft.com/office/drawing/2014/main" id="{D7E3AB2C-5C0F-B353-68F3-F8348BBBEA1F}"/>
              </a:ext>
            </a:extLst>
          </p:cNvPr>
          <p:cNvSpPr/>
          <p:nvPr/>
        </p:nvSpPr>
        <p:spPr>
          <a:xfrm>
            <a:off x="581522" y="2811558"/>
            <a:ext cx="3899038" cy="214800"/>
          </a:xfrm>
          <a:prstGeom prst="rect">
            <a:avLst/>
          </a:prstGeom>
          <a:solidFill>
            <a:schemeClr val="bg2">
              <a:lumMod val="90000"/>
            </a:schemeClr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8B7A39"/>
                </a:solidFill>
                <a:latin typeface="+mj-lt"/>
              </a:rPr>
              <a:t>Upload CSV file to HDFS using PuTTY</a:t>
            </a:r>
            <a:endParaRPr lang="en-US" sz="1050" dirty="0">
              <a:solidFill>
                <a:srgbClr val="8B7A39"/>
              </a:solidFill>
              <a:latin typeface="+mj-lt"/>
            </a:endParaRPr>
          </a:p>
        </p:txBody>
      </p:sp>
      <p:sp>
        <p:nvSpPr>
          <p:cNvPr id="23" name="Text 5">
            <a:extLst>
              <a:ext uri="{FF2B5EF4-FFF2-40B4-BE49-F238E27FC236}">
                <a16:creationId xmlns:a16="http://schemas.microsoft.com/office/drawing/2014/main" id="{F9341A8E-B124-02B6-204F-758915D824F1}"/>
              </a:ext>
            </a:extLst>
          </p:cNvPr>
          <p:cNvSpPr/>
          <p:nvPr/>
        </p:nvSpPr>
        <p:spPr>
          <a:xfrm>
            <a:off x="581522" y="3275810"/>
            <a:ext cx="3899038" cy="219322"/>
          </a:xfrm>
          <a:prstGeom prst="rect">
            <a:avLst/>
          </a:prstGeom>
          <a:solidFill>
            <a:schemeClr val="bg2">
              <a:lumMod val="75000"/>
            </a:schemeClr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8B7A39"/>
                </a:solidFill>
                <a:latin typeface="+mj-lt"/>
              </a:rPr>
              <a:t>Create Hive Database and Table</a:t>
            </a:r>
            <a:endParaRPr lang="en-US" sz="1050" dirty="0">
              <a:solidFill>
                <a:srgbClr val="8B7A39"/>
              </a:solidFill>
              <a:latin typeface="+mj-lt"/>
            </a:endParaRPr>
          </a:p>
        </p:txBody>
      </p:sp>
      <p:sp>
        <p:nvSpPr>
          <p:cNvPr id="24" name="Text 5">
            <a:extLst>
              <a:ext uri="{FF2B5EF4-FFF2-40B4-BE49-F238E27FC236}">
                <a16:creationId xmlns:a16="http://schemas.microsoft.com/office/drawing/2014/main" id="{6DFAAF80-D4EF-5528-BB11-61A9C65C0901}"/>
              </a:ext>
            </a:extLst>
          </p:cNvPr>
          <p:cNvSpPr/>
          <p:nvPr/>
        </p:nvSpPr>
        <p:spPr>
          <a:xfrm>
            <a:off x="581522" y="3727926"/>
            <a:ext cx="3899038" cy="245603"/>
          </a:xfrm>
          <a:prstGeom prst="rect">
            <a:avLst/>
          </a:prstGeom>
          <a:solidFill>
            <a:schemeClr val="bg2">
              <a:lumMod val="50000"/>
            </a:schemeClr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bg2"/>
                </a:solidFill>
                <a:latin typeface="+mj-lt"/>
              </a:rPr>
              <a:t>Execute HiveQL Queries</a:t>
            </a:r>
            <a:endParaRPr lang="en-US" sz="1050" dirty="0">
              <a:solidFill>
                <a:schemeClr val="bg2"/>
              </a:solidFill>
              <a:latin typeface="+mj-lt"/>
            </a:endParaRPr>
          </a:p>
        </p:txBody>
      </p:sp>
      <p:sp>
        <p:nvSpPr>
          <p:cNvPr id="25" name="Text 5">
            <a:extLst>
              <a:ext uri="{FF2B5EF4-FFF2-40B4-BE49-F238E27FC236}">
                <a16:creationId xmlns:a16="http://schemas.microsoft.com/office/drawing/2014/main" id="{FA5AA70B-8807-538E-87B1-C3BC55B1824C}"/>
              </a:ext>
            </a:extLst>
          </p:cNvPr>
          <p:cNvSpPr/>
          <p:nvPr/>
        </p:nvSpPr>
        <p:spPr>
          <a:xfrm>
            <a:off x="580323" y="4252224"/>
            <a:ext cx="3899036" cy="214800"/>
          </a:xfrm>
          <a:prstGeom prst="rect">
            <a:avLst/>
          </a:prstGeom>
          <a:solidFill>
            <a:schemeClr val="bg2">
              <a:lumMod val="25000"/>
            </a:schemeClr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bg1"/>
                </a:solidFill>
                <a:latin typeface="+mj-lt"/>
              </a:rPr>
              <a:t>Visualize in Apache Zeppelin</a:t>
            </a:r>
            <a:endParaRPr lang="en-US" sz="1050" dirty="0">
              <a:solidFill>
                <a:schemeClr val="bg2">
                  <a:lumMod val="90000"/>
                </a:schemeClr>
              </a:solidFill>
              <a:latin typeface="+mj-lt"/>
            </a:endParaRPr>
          </a:p>
        </p:txBody>
      </p:sp>
      <p:sp>
        <p:nvSpPr>
          <p:cNvPr id="26" name="Shape 6">
            <a:extLst>
              <a:ext uri="{FF2B5EF4-FFF2-40B4-BE49-F238E27FC236}">
                <a16:creationId xmlns:a16="http://schemas.microsoft.com/office/drawing/2014/main" id="{F212D893-F3C1-DFDA-7B48-83CBA4A722B1}"/>
              </a:ext>
            </a:extLst>
          </p:cNvPr>
          <p:cNvSpPr/>
          <p:nvPr/>
        </p:nvSpPr>
        <p:spPr>
          <a:xfrm>
            <a:off x="2620117" y="2619755"/>
            <a:ext cx="0" cy="219321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sp>
      <p:sp>
        <p:nvSpPr>
          <p:cNvPr id="27" name="Shape 6">
            <a:extLst>
              <a:ext uri="{FF2B5EF4-FFF2-40B4-BE49-F238E27FC236}">
                <a16:creationId xmlns:a16="http://schemas.microsoft.com/office/drawing/2014/main" id="{0B4B8E9E-FB29-F623-016B-12B1D22A8E7C}"/>
              </a:ext>
            </a:extLst>
          </p:cNvPr>
          <p:cNvSpPr/>
          <p:nvPr/>
        </p:nvSpPr>
        <p:spPr>
          <a:xfrm>
            <a:off x="2620117" y="3048167"/>
            <a:ext cx="0" cy="219321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sp>
      <p:sp>
        <p:nvSpPr>
          <p:cNvPr id="28" name="Shape 6">
            <a:extLst>
              <a:ext uri="{FF2B5EF4-FFF2-40B4-BE49-F238E27FC236}">
                <a16:creationId xmlns:a16="http://schemas.microsoft.com/office/drawing/2014/main" id="{D43C4F5C-ACAE-F871-AEDB-81C5F308D42A}"/>
              </a:ext>
            </a:extLst>
          </p:cNvPr>
          <p:cNvSpPr/>
          <p:nvPr/>
        </p:nvSpPr>
        <p:spPr>
          <a:xfrm>
            <a:off x="2620117" y="3973529"/>
            <a:ext cx="0" cy="278695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sp>
      <p:sp>
        <p:nvSpPr>
          <p:cNvPr id="29" name="Shape 6">
            <a:extLst>
              <a:ext uri="{FF2B5EF4-FFF2-40B4-BE49-F238E27FC236}">
                <a16:creationId xmlns:a16="http://schemas.microsoft.com/office/drawing/2014/main" id="{53E8EB1E-4F3A-F762-DDF0-148C3505A120}"/>
              </a:ext>
            </a:extLst>
          </p:cNvPr>
          <p:cNvSpPr/>
          <p:nvPr/>
        </p:nvSpPr>
        <p:spPr>
          <a:xfrm>
            <a:off x="2620117" y="3502129"/>
            <a:ext cx="0" cy="219321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sp>
      <p:sp>
        <p:nvSpPr>
          <p:cNvPr id="30" name="Text 5">
            <a:extLst>
              <a:ext uri="{FF2B5EF4-FFF2-40B4-BE49-F238E27FC236}">
                <a16:creationId xmlns:a16="http://schemas.microsoft.com/office/drawing/2014/main" id="{4562B63D-657C-73F1-6BD8-D499A687F118}"/>
              </a:ext>
            </a:extLst>
          </p:cNvPr>
          <p:cNvSpPr/>
          <p:nvPr/>
        </p:nvSpPr>
        <p:spPr>
          <a:xfrm>
            <a:off x="580323" y="4745773"/>
            <a:ext cx="3899036" cy="246221"/>
          </a:xfrm>
          <a:prstGeom prst="rect">
            <a:avLst/>
          </a:prstGeom>
          <a:solidFill>
            <a:schemeClr val="bg2">
              <a:lumMod val="10000"/>
            </a:schemeClr>
          </a:solidFill>
          <a:ln/>
        </p:spPr>
        <p:txBody>
          <a:bodyPr wrap="square" rtlCol="0" anchor="ctr"/>
          <a:lstStyle/>
          <a:p>
            <a:pPr algn="ctr"/>
            <a:r>
              <a:rPr lang="en-US" sz="1050" dirty="0">
                <a:solidFill>
                  <a:schemeClr val="bg2"/>
                </a:solidFill>
                <a:latin typeface="+mj-lt"/>
              </a:rPr>
              <a:t>Analyze Education Levels Against Firearm Mortality Rates</a:t>
            </a:r>
          </a:p>
        </p:txBody>
      </p:sp>
      <p:sp>
        <p:nvSpPr>
          <p:cNvPr id="31" name="Shape 6">
            <a:extLst>
              <a:ext uri="{FF2B5EF4-FFF2-40B4-BE49-F238E27FC236}">
                <a16:creationId xmlns:a16="http://schemas.microsoft.com/office/drawing/2014/main" id="{1E946FDF-4AF7-032C-CEF5-D22C6534AD62}"/>
              </a:ext>
            </a:extLst>
          </p:cNvPr>
          <p:cNvSpPr/>
          <p:nvPr/>
        </p:nvSpPr>
        <p:spPr>
          <a:xfrm>
            <a:off x="2620117" y="4467024"/>
            <a:ext cx="0" cy="278695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C550208-F20A-CA74-5D92-801368406AF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9412"/>
          <a:stretch>
            <a:fillRect/>
          </a:stretch>
        </p:blipFill>
        <p:spPr>
          <a:xfrm>
            <a:off x="4591953" y="2529844"/>
            <a:ext cx="3970524" cy="246215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F9196F6-02CA-5CF2-22F3-9510855272F4}"/>
              </a:ext>
            </a:extLst>
          </p:cNvPr>
          <p:cNvSpPr txBox="1"/>
          <p:nvPr/>
        </p:nvSpPr>
        <p:spPr>
          <a:xfrm>
            <a:off x="4795521" y="5054774"/>
            <a:ext cx="397052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Fig. 1: Uploading dataset to HDFS using PuTTY</a:t>
            </a:r>
          </a:p>
        </p:txBody>
      </p:sp>
    </p:spTree>
    <p:extLst>
      <p:ext uri="{BB962C8B-B14F-4D97-AF65-F5344CB8AC3E}">
        <p14:creationId xmlns:p14="http://schemas.microsoft.com/office/powerpoint/2010/main" val="17358699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038EDEE3-3F1E-F396-6685-48B7779DDD7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950973" y="1209041"/>
            <a:ext cx="5338067" cy="575114"/>
          </a:xfrm>
          <a:solidFill>
            <a:schemeClr val="bg2"/>
          </a:solidFill>
        </p:spPr>
        <p:txBody>
          <a:bodyPr/>
          <a:lstStyle/>
          <a:p>
            <a:pPr algn="just"/>
            <a:r>
              <a:rPr lang="en-US" sz="1000" dirty="0">
                <a:solidFill>
                  <a:schemeClr val="tx1"/>
                </a:solidFill>
                <a:latin typeface="+mj-lt"/>
                <a:ea typeface="Calibri Light" pitchFamily="34" charset="-122"/>
                <a:cs typeface="Calibri Light" pitchFamily="34" charset="-120"/>
              </a:rPr>
              <a:t>Dataset uploaded from local machine to Hadoop Distributed File System using PuTTY.</a:t>
            </a:r>
          </a:p>
          <a:p>
            <a:pPr algn="just"/>
            <a:r>
              <a:rPr lang="en-US" sz="1000" dirty="0">
                <a:solidFill>
                  <a:schemeClr val="tx1"/>
                </a:solidFill>
                <a:latin typeface="+mj-lt"/>
                <a:ea typeface="Calibri Light" pitchFamily="34" charset="-122"/>
                <a:cs typeface="Calibri Light" pitchFamily="34" charset="-120"/>
              </a:rPr>
              <a:t>Copied</a:t>
            </a:r>
            <a:r>
              <a:rPr lang="en-US" sz="1000" dirty="0">
                <a:solidFill>
                  <a:schemeClr val="tx1"/>
                </a:solidFill>
                <a:ea typeface="Calibri Light" pitchFamily="34" charset="-122"/>
                <a:cs typeface="Calibri Light" pitchFamily="34" charset="-120"/>
              </a:rPr>
              <a:t> the dataset</a:t>
            </a:r>
            <a:r>
              <a:rPr lang="en-US" sz="1000" dirty="0">
                <a:solidFill>
                  <a:schemeClr val="tx1"/>
                </a:solidFill>
                <a:latin typeface="+mj-lt"/>
                <a:ea typeface="Calibri Light" pitchFamily="34" charset="-122"/>
                <a:cs typeface="Calibri Light" pitchFamily="34" charset="-120"/>
              </a:rPr>
              <a:t> from local machine using the path of the file.</a:t>
            </a:r>
          </a:p>
          <a:p>
            <a:pPr algn="just"/>
            <a:r>
              <a:rPr lang="en-US" sz="1000" dirty="0">
                <a:solidFill>
                  <a:schemeClr val="tx1"/>
                </a:solidFill>
                <a:latin typeface="+mj-lt"/>
                <a:ea typeface="Calibri Light" pitchFamily="34" charset="-122"/>
                <a:cs typeface="Calibri Light" pitchFamily="34" charset="-120"/>
              </a:rPr>
              <a:t>Created directory as in Figure 1. to add the dataset in HDFS.</a:t>
            </a:r>
            <a:endParaRPr lang="en-US" sz="1000"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94035B8-9399-E178-031B-916BB5EC6A8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87017" y="488373"/>
            <a:ext cx="6663591" cy="575114"/>
          </a:xfrm>
        </p:spPr>
        <p:txBody>
          <a:bodyPr/>
          <a:lstStyle/>
          <a:p>
            <a:r>
              <a:rPr lang="en-US" dirty="0">
                <a:solidFill>
                  <a:srgbClr val="3C0529"/>
                </a:solidFill>
                <a:latin typeface="+mj-lt"/>
                <a:ea typeface="Calibri" pitchFamily="34" charset="-122"/>
                <a:cs typeface="Calibri" pitchFamily="34" charset="-120"/>
              </a:rPr>
              <a:t>STORAGE LAYER (HDFS)</a:t>
            </a:r>
            <a:endParaRPr lang="en-US" dirty="0">
              <a:solidFill>
                <a:srgbClr val="3C0529"/>
              </a:solidFill>
              <a:latin typeface="+mj-lt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FECEDB1-8A03-3A72-DB68-87923339AFE8}"/>
              </a:ext>
            </a:extLst>
          </p:cNvPr>
          <p:cNvSpPr txBox="1"/>
          <p:nvPr/>
        </p:nvSpPr>
        <p:spPr>
          <a:xfrm>
            <a:off x="950973" y="3335693"/>
            <a:ext cx="3730085" cy="2400657"/>
          </a:xfrm>
          <a:prstGeom prst="rect">
            <a:avLst/>
          </a:prstGeom>
          <a:solidFill>
            <a:schemeClr val="bg2"/>
          </a:solidFill>
        </p:spPr>
        <p:txBody>
          <a:bodyPr wrap="square">
            <a:spAutoFit/>
          </a:bodyPr>
          <a:lstStyle/>
          <a:p>
            <a:pPr marL="173736" indent="-173736" algn="just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000" dirty="0">
                <a:latin typeface="+mj-lt"/>
              </a:rPr>
              <a:t>HDFS is a distributed storage system that stores very large datasets across multiple machines and ensures high data access speed </a:t>
            </a:r>
            <a:r>
              <a:rPr lang="en-US" sz="1000" dirty="0">
                <a:solidFill>
                  <a:srgbClr val="8B7A39"/>
                </a:solidFill>
                <a:latin typeface="+mj-lt"/>
              </a:rPr>
              <a:t>[7].</a:t>
            </a:r>
          </a:p>
          <a:p>
            <a:pPr marL="173736" indent="-173736" algn="just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000" dirty="0">
                <a:latin typeface="+mj-lt"/>
              </a:rPr>
              <a:t>HDFS was used for its:</a:t>
            </a:r>
          </a:p>
          <a:p>
            <a:pPr marL="365760" indent="-365760" algn="just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000" b="1" dirty="0">
                <a:solidFill>
                  <a:srgbClr val="8B7A39"/>
                </a:solidFill>
                <a:latin typeface="+mj-lt"/>
              </a:rPr>
              <a:t>High Throughput: </a:t>
            </a:r>
            <a:r>
              <a:rPr lang="en-US" sz="1000" dirty="0">
                <a:latin typeface="+mj-lt"/>
              </a:rPr>
              <a:t>Optimized for batch processing jobs.</a:t>
            </a:r>
          </a:p>
          <a:p>
            <a:pPr marL="365760" indent="-365760" algn="just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000" b="1" dirty="0">
                <a:solidFill>
                  <a:srgbClr val="8B7A39"/>
                </a:solidFill>
                <a:latin typeface="+mj-lt"/>
              </a:rPr>
              <a:t>Scalability: </a:t>
            </a:r>
            <a:r>
              <a:rPr lang="en-US" sz="1000" dirty="0">
                <a:latin typeface="+mj-lt"/>
              </a:rPr>
              <a:t>Stores large volumes of data across distributed nodes.</a:t>
            </a:r>
          </a:p>
          <a:p>
            <a:pPr marL="365760" indent="-365760" algn="just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000" b="1" dirty="0">
                <a:solidFill>
                  <a:srgbClr val="8B7A39"/>
                </a:solidFill>
                <a:latin typeface="+mj-lt"/>
              </a:rPr>
              <a:t>Fault Tolerance</a:t>
            </a:r>
            <a:r>
              <a:rPr lang="en-US" sz="1000" dirty="0">
                <a:solidFill>
                  <a:srgbClr val="8B7A39"/>
                </a:solidFill>
                <a:latin typeface="+mj-lt"/>
              </a:rPr>
              <a:t>: </a:t>
            </a:r>
            <a:r>
              <a:rPr lang="en-US" sz="1000" dirty="0">
                <a:latin typeface="+mj-lt"/>
              </a:rPr>
              <a:t>Data is replicated across nodes. Facilitates reliability in case of failures.</a:t>
            </a:r>
          </a:p>
          <a:p>
            <a:pPr marL="365760" indent="-365760" algn="just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000" b="1" dirty="0">
                <a:solidFill>
                  <a:srgbClr val="8B7A39"/>
                </a:solidFill>
                <a:latin typeface="+mj-lt"/>
              </a:rPr>
              <a:t>Ecosystem Integration: </a:t>
            </a:r>
            <a:r>
              <a:rPr lang="en-US" sz="1000" dirty="0">
                <a:latin typeface="+mj-lt"/>
              </a:rPr>
              <a:t>Easily integrates with Hive, which was used for querying and processing.</a:t>
            </a:r>
          </a:p>
          <a:p>
            <a:pPr marL="365760" indent="-365760" algn="just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000" b="1" dirty="0">
                <a:solidFill>
                  <a:srgbClr val="8B7A39"/>
                </a:solidFill>
                <a:latin typeface="+mj-lt"/>
              </a:rPr>
              <a:t>Not Schema Based</a:t>
            </a:r>
            <a:r>
              <a:rPr lang="en-US" sz="1000" dirty="0">
                <a:solidFill>
                  <a:srgbClr val="8B7A39"/>
                </a:solidFill>
                <a:latin typeface="+mj-lt"/>
              </a:rPr>
              <a:t>: </a:t>
            </a:r>
            <a:r>
              <a:rPr lang="en-US" sz="1000" dirty="0">
                <a:latin typeface="+mj-lt"/>
              </a:rPr>
              <a:t>Data of any type can be stored.</a:t>
            </a:r>
          </a:p>
        </p:txBody>
      </p:sp>
      <p:sp>
        <p:nvSpPr>
          <p:cNvPr id="7" name="Text 8">
            <a:extLst>
              <a:ext uri="{FF2B5EF4-FFF2-40B4-BE49-F238E27FC236}">
                <a16:creationId xmlns:a16="http://schemas.microsoft.com/office/drawing/2014/main" id="{14749BE8-5535-3B38-D580-19B0E815F040}"/>
              </a:ext>
            </a:extLst>
          </p:cNvPr>
          <p:cNvSpPr/>
          <p:nvPr/>
        </p:nvSpPr>
        <p:spPr>
          <a:xfrm>
            <a:off x="1092545" y="2079910"/>
            <a:ext cx="5452534" cy="83557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buSzPct val="100000"/>
            </a:pPr>
            <a:r>
              <a:rPr lang="en-US" sz="1000" b="1" dirty="0">
                <a:latin typeface="+mj-lt"/>
                <a:ea typeface="Calibri Light" pitchFamily="34" charset="-122"/>
                <a:cs typeface="Calibri Light" pitchFamily="34" charset="-120"/>
              </a:rPr>
              <a:t>PuTTY is a free open-source terminal emulator and SSH client </a:t>
            </a:r>
            <a:r>
              <a:rPr lang="en-US" sz="1000" b="1" dirty="0">
                <a:solidFill>
                  <a:srgbClr val="8B7A39"/>
                </a:solidFill>
                <a:latin typeface="+mj-lt"/>
                <a:ea typeface="Calibri Light" pitchFamily="34" charset="-122"/>
                <a:cs typeface="Calibri Light" pitchFamily="34" charset="-120"/>
                <a:hlinkClick r:id="rId2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[6]</a:t>
            </a:r>
            <a:r>
              <a:rPr lang="en-US" sz="1000" b="1" dirty="0">
                <a:latin typeface="+mj-lt"/>
                <a:ea typeface="Calibri Light" pitchFamily="34" charset="-122"/>
                <a:cs typeface="Calibri Light" pitchFamily="34" charset="-120"/>
              </a:rPr>
              <a:t>. It was used to:</a:t>
            </a:r>
          </a:p>
          <a:p>
            <a:pPr marL="285750" indent="-285750">
              <a:buSzPct val="100000"/>
              <a:buFont typeface="Arial" panose="020B0604020202020204" pitchFamily="34" charset="0"/>
              <a:buChar char="•"/>
            </a:pPr>
            <a:r>
              <a:rPr lang="en-US" sz="1000" dirty="0">
                <a:latin typeface="+mj-lt"/>
                <a:ea typeface="Calibri Light" pitchFamily="34" charset="-122"/>
                <a:cs typeface="Calibri Light" pitchFamily="34" charset="-120"/>
              </a:rPr>
              <a:t>Connect to Hadoop environment.</a:t>
            </a:r>
          </a:p>
          <a:p>
            <a:pPr marL="285750" indent="-285750">
              <a:buSzPct val="100000"/>
              <a:buFont typeface="Arial" panose="020B0604020202020204" pitchFamily="34" charset="0"/>
              <a:buChar char="•"/>
            </a:pPr>
            <a:r>
              <a:rPr lang="en-US" sz="1000" dirty="0">
                <a:latin typeface="+mj-lt"/>
                <a:ea typeface="Calibri Light" pitchFamily="34" charset="-122"/>
                <a:cs typeface="Calibri Light" pitchFamily="34" charset="-120"/>
              </a:rPr>
              <a:t>Upload the dataset into HDFS.</a:t>
            </a:r>
          </a:p>
          <a:p>
            <a:pPr marL="285750" indent="-285750">
              <a:buSzPct val="100000"/>
              <a:buFont typeface="Arial" panose="020B0604020202020204" pitchFamily="34" charset="0"/>
              <a:buChar char="•"/>
            </a:pPr>
            <a:r>
              <a:rPr lang="en-US" sz="1000" dirty="0">
                <a:latin typeface="+mj-lt"/>
                <a:ea typeface="Calibri Light" pitchFamily="34" charset="-122"/>
                <a:cs typeface="Calibri Light" pitchFamily="34" charset="-120"/>
              </a:rPr>
              <a:t>Run Hive queries from command line.</a:t>
            </a:r>
            <a:endParaRPr lang="en-US" sz="1000" dirty="0">
              <a:latin typeface="+mj-lt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0863E02-F888-901F-8088-087F91286D60}"/>
              </a:ext>
            </a:extLst>
          </p:cNvPr>
          <p:cNvSpPr txBox="1"/>
          <p:nvPr/>
        </p:nvSpPr>
        <p:spPr>
          <a:xfrm>
            <a:off x="4837446" y="3347029"/>
            <a:ext cx="3730085" cy="2416046"/>
          </a:xfrm>
          <a:prstGeom prst="rect">
            <a:avLst/>
          </a:prstGeom>
          <a:solidFill>
            <a:schemeClr val="bg2"/>
          </a:solidFill>
        </p:spPr>
        <p:txBody>
          <a:bodyPr wrap="square">
            <a:spAutoFit/>
          </a:bodyPr>
          <a:lstStyle/>
          <a:p>
            <a:pPr marL="171450" indent="-171450" algn="just">
              <a:spcBef>
                <a:spcPts val="600"/>
              </a:spcBef>
              <a:buSzPct val="100000"/>
              <a:buFont typeface="Arial" panose="020B0604020202020204" pitchFamily="34" charset="0"/>
              <a:buChar char="•"/>
            </a:pPr>
            <a:r>
              <a:rPr lang="en-US" sz="1050" b="1" dirty="0" err="1">
                <a:solidFill>
                  <a:srgbClr val="8B7A39"/>
                </a:solidFill>
                <a:latin typeface="+mj-lt"/>
                <a:ea typeface="Calibri Light" pitchFamily="34" charset="-122"/>
                <a:cs typeface="Calibri Light" pitchFamily="34" charset="-120"/>
              </a:rPr>
              <a:t>GlusterFS</a:t>
            </a:r>
            <a:r>
              <a:rPr lang="en-US" sz="1050" b="1" dirty="0">
                <a:solidFill>
                  <a:srgbClr val="8B7A39"/>
                </a:solidFill>
                <a:latin typeface="+mj-lt"/>
                <a:ea typeface="Calibri Light" pitchFamily="34" charset="-122"/>
                <a:cs typeface="Calibri Light" pitchFamily="34" charset="-120"/>
              </a:rPr>
              <a:t>: </a:t>
            </a:r>
            <a:r>
              <a:rPr lang="en-US" sz="1050" dirty="0">
                <a:latin typeface="+mj-lt"/>
                <a:ea typeface="Calibri Light" pitchFamily="34" charset="-122"/>
                <a:cs typeface="Calibri Light" pitchFamily="34" charset="-120"/>
              </a:rPr>
              <a:t>Works better as a general-purpose file server than dedicated storage layer in Hadoop.</a:t>
            </a:r>
          </a:p>
          <a:p>
            <a:pPr marL="171450" indent="-171450" algn="just">
              <a:spcBef>
                <a:spcPts val="600"/>
              </a:spcBef>
              <a:buSzPct val="100000"/>
              <a:buFont typeface="Arial" panose="020B0604020202020204" pitchFamily="34" charset="0"/>
              <a:buChar char="•"/>
            </a:pPr>
            <a:r>
              <a:rPr lang="en-US" sz="1050" b="1" dirty="0">
                <a:solidFill>
                  <a:srgbClr val="8B7A39"/>
                </a:solidFill>
                <a:latin typeface="+mj-lt"/>
                <a:ea typeface="Calibri Light" pitchFamily="34" charset="-122"/>
                <a:cs typeface="Calibri Light" pitchFamily="34" charset="-120"/>
              </a:rPr>
              <a:t>QFS: </a:t>
            </a:r>
            <a:r>
              <a:rPr lang="en-US" sz="1050" dirty="0">
                <a:latin typeface="+mj-lt"/>
                <a:ea typeface="Calibri Light" pitchFamily="34" charset="-122"/>
                <a:cs typeface="Calibri Light" pitchFamily="34" charset="-120"/>
              </a:rPr>
              <a:t>Less commonly used and has smaller ecosystem than HDFS.</a:t>
            </a:r>
          </a:p>
          <a:p>
            <a:pPr marL="171450" indent="-171450" algn="just">
              <a:spcBef>
                <a:spcPts val="600"/>
              </a:spcBef>
              <a:buSzPct val="100000"/>
              <a:buFont typeface="Arial" panose="020B0604020202020204" pitchFamily="34" charset="0"/>
              <a:buChar char="•"/>
            </a:pPr>
            <a:r>
              <a:rPr lang="en-US" sz="1050" b="1" dirty="0" err="1">
                <a:solidFill>
                  <a:srgbClr val="8B7A39"/>
                </a:solidFill>
                <a:latin typeface="+mj-lt"/>
                <a:ea typeface="Calibri Light" pitchFamily="34" charset="-122"/>
                <a:cs typeface="Calibri Light" pitchFamily="34" charset="-120"/>
              </a:rPr>
              <a:t>CephFS</a:t>
            </a:r>
            <a:r>
              <a:rPr lang="en-US" sz="1050" b="1" dirty="0">
                <a:solidFill>
                  <a:srgbClr val="8B7A39"/>
                </a:solidFill>
                <a:latin typeface="+mj-lt"/>
                <a:ea typeface="Calibri Light" pitchFamily="34" charset="-122"/>
                <a:cs typeface="Calibri Light" pitchFamily="34" charset="-120"/>
              </a:rPr>
              <a:t>: </a:t>
            </a:r>
            <a:r>
              <a:rPr lang="en-US" sz="1050" dirty="0">
                <a:latin typeface="+mj-lt"/>
                <a:ea typeface="Calibri Light" pitchFamily="34" charset="-122"/>
                <a:cs typeface="Calibri Light" pitchFamily="34" charset="-120"/>
              </a:rPr>
              <a:t>Adds more complexity as it requires configuring multiple components.</a:t>
            </a:r>
          </a:p>
          <a:p>
            <a:pPr marL="171450" indent="-171450" algn="just">
              <a:spcBef>
                <a:spcPts val="600"/>
              </a:spcBef>
              <a:buSzPct val="100000"/>
              <a:buFont typeface="Arial" panose="020B0604020202020204" pitchFamily="34" charset="0"/>
              <a:buChar char="•"/>
            </a:pPr>
            <a:r>
              <a:rPr lang="en-US" sz="1050" b="1" dirty="0">
                <a:solidFill>
                  <a:srgbClr val="8B7A39"/>
                </a:solidFill>
                <a:latin typeface="+mj-lt"/>
                <a:ea typeface="Calibri Light" pitchFamily="34" charset="-122"/>
                <a:cs typeface="Calibri Light" pitchFamily="34" charset="-120"/>
              </a:rPr>
              <a:t>Azure Data Lake:</a:t>
            </a:r>
            <a:r>
              <a:rPr lang="en-US" sz="1050" dirty="0">
                <a:solidFill>
                  <a:srgbClr val="8B7A39"/>
                </a:solidFill>
                <a:latin typeface="+mj-lt"/>
                <a:ea typeface="Calibri Light" pitchFamily="34" charset="-122"/>
                <a:cs typeface="Calibri Light" pitchFamily="34" charset="-120"/>
              </a:rPr>
              <a:t> </a:t>
            </a:r>
            <a:r>
              <a:rPr lang="en-US" sz="1050" dirty="0">
                <a:latin typeface="+mj-lt"/>
              </a:rPr>
              <a:t>Requires extra login setup and adds more complexity.</a:t>
            </a:r>
          </a:p>
          <a:p>
            <a:pPr marL="171450" indent="-171450" algn="just">
              <a:spcBef>
                <a:spcPts val="600"/>
              </a:spcBef>
              <a:buSzPct val="100000"/>
              <a:buFont typeface="Arial" panose="020B0604020202020204" pitchFamily="34" charset="0"/>
              <a:buChar char="•"/>
            </a:pPr>
            <a:r>
              <a:rPr lang="en-US" sz="1050" b="1" dirty="0">
                <a:solidFill>
                  <a:srgbClr val="8B7A39"/>
                </a:solidFill>
                <a:latin typeface="+mj-lt"/>
                <a:ea typeface="Calibri Light" pitchFamily="34" charset="-122"/>
                <a:cs typeface="Calibri Light" pitchFamily="34" charset="-120"/>
              </a:rPr>
              <a:t>Amazon S3: </a:t>
            </a:r>
            <a:r>
              <a:rPr lang="en-US" sz="1050" dirty="0">
                <a:latin typeface="+mj-lt"/>
                <a:ea typeface="Calibri Light" pitchFamily="34" charset="-122"/>
                <a:cs typeface="Calibri Light" pitchFamily="34" charset="-120"/>
              </a:rPr>
              <a:t>S3 is object storage and does not support true file system operations.</a:t>
            </a:r>
          </a:p>
          <a:p>
            <a:pPr marL="171450" indent="-171450" algn="just">
              <a:spcBef>
                <a:spcPts val="600"/>
              </a:spcBef>
              <a:buSzPct val="100000"/>
              <a:buFont typeface="Arial" panose="020B0604020202020204" pitchFamily="34" charset="0"/>
              <a:buChar char="•"/>
            </a:pPr>
            <a:r>
              <a:rPr lang="en-US" sz="1050" b="1" dirty="0">
                <a:solidFill>
                  <a:srgbClr val="8B7A39"/>
                </a:solidFill>
                <a:latin typeface="+mj-lt"/>
                <a:ea typeface="Calibri Light" pitchFamily="34" charset="-122"/>
                <a:cs typeface="Calibri Light" pitchFamily="34" charset="-120"/>
              </a:rPr>
              <a:t>Google Cloud Storage: </a:t>
            </a:r>
            <a:r>
              <a:rPr lang="en-US" sz="1050" dirty="0">
                <a:latin typeface="+mj-lt"/>
                <a:ea typeface="Calibri Light" pitchFamily="34" charset="-122"/>
                <a:cs typeface="Calibri Light" pitchFamily="34" charset="-120"/>
              </a:rPr>
              <a:t>Requires cloud dependency and external login setup.</a:t>
            </a:r>
          </a:p>
        </p:txBody>
      </p:sp>
      <p:sp>
        <p:nvSpPr>
          <p:cNvPr id="10" name="Shape 16">
            <a:extLst>
              <a:ext uri="{FF2B5EF4-FFF2-40B4-BE49-F238E27FC236}">
                <a16:creationId xmlns:a16="http://schemas.microsoft.com/office/drawing/2014/main" id="{19D8F39F-FF12-8D1B-8E3D-057DBB713710}"/>
              </a:ext>
            </a:extLst>
          </p:cNvPr>
          <p:cNvSpPr/>
          <p:nvPr/>
        </p:nvSpPr>
        <p:spPr>
          <a:xfrm>
            <a:off x="4849026" y="3062803"/>
            <a:ext cx="3730085" cy="277345"/>
          </a:xfrm>
          <a:prstGeom prst="rect">
            <a:avLst/>
          </a:prstGeom>
          <a:solidFill>
            <a:schemeClr val="accent4">
              <a:lumMod val="50000"/>
            </a:schemeClr>
          </a:solidFill>
          <a:ln/>
        </p:spPr>
        <p:txBody>
          <a:bodyPr/>
          <a:lstStyle/>
          <a:p>
            <a:pPr algn="ctr">
              <a:spcBef>
                <a:spcPts val="1200"/>
              </a:spcBef>
            </a:pPr>
            <a:r>
              <a:rPr lang="en-US" sz="1000" dirty="0">
                <a:solidFill>
                  <a:schemeClr val="bg2"/>
                </a:solidFill>
                <a:latin typeface="+mj-lt"/>
              </a:rPr>
              <a:t>Hadoop Over Other Systems</a:t>
            </a:r>
          </a:p>
        </p:txBody>
      </p:sp>
      <p:sp>
        <p:nvSpPr>
          <p:cNvPr id="11" name="Shape 16">
            <a:extLst>
              <a:ext uri="{FF2B5EF4-FFF2-40B4-BE49-F238E27FC236}">
                <a16:creationId xmlns:a16="http://schemas.microsoft.com/office/drawing/2014/main" id="{E7287408-4779-8DED-D969-3F23892E80CC}"/>
              </a:ext>
            </a:extLst>
          </p:cNvPr>
          <p:cNvSpPr/>
          <p:nvPr/>
        </p:nvSpPr>
        <p:spPr>
          <a:xfrm>
            <a:off x="950973" y="3080829"/>
            <a:ext cx="3730085" cy="266200"/>
          </a:xfrm>
          <a:prstGeom prst="rect">
            <a:avLst/>
          </a:prstGeom>
          <a:solidFill>
            <a:schemeClr val="accent4">
              <a:lumMod val="50000"/>
            </a:schemeClr>
          </a:solidFill>
          <a:ln/>
        </p:spPr>
        <p:txBody>
          <a:bodyPr/>
          <a:lstStyle/>
          <a:p>
            <a:pPr algn="ctr">
              <a:spcBef>
                <a:spcPts val="600"/>
              </a:spcBef>
            </a:pPr>
            <a:r>
              <a:rPr lang="en-US" sz="1000" dirty="0">
                <a:solidFill>
                  <a:schemeClr val="bg2"/>
                </a:solidFill>
                <a:latin typeface="+mj-lt"/>
              </a:rPr>
              <a:t>Hadoop Distributed File System?</a:t>
            </a:r>
          </a:p>
        </p:txBody>
      </p:sp>
    </p:spTree>
    <p:extLst>
      <p:ext uri="{BB962C8B-B14F-4D97-AF65-F5344CB8AC3E}">
        <p14:creationId xmlns:p14="http://schemas.microsoft.com/office/powerpoint/2010/main" val="31630162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A43EFB81-B9EE-D621-A908-A6B9EA71273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05797" y="1654939"/>
            <a:ext cx="2962352" cy="3473653"/>
          </a:xfrm>
          <a:solidFill>
            <a:schemeClr val="bg2"/>
          </a:solidFill>
        </p:spPr>
        <p:txBody>
          <a:bodyPr/>
          <a:lstStyle/>
          <a:p>
            <a:pPr marL="342900" indent="-342900" algn="just">
              <a:spcBef>
                <a:spcPts val="600"/>
              </a:spcBef>
              <a:buSzPct val="100000"/>
              <a:buFont typeface="+mj-lt"/>
              <a:buAutoNum type="arabicPeriod"/>
            </a:pPr>
            <a:r>
              <a:rPr lang="en-US" sz="900" dirty="0">
                <a:solidFill>
                  <a:schemeClr val="tx1"/>
                </a:solidFill>
                <a:latin typeface="+mj-lt"/>
                <a:ea typeface="Calibri Light" pitchFamily="34" charset="-122"/>
                <a:cs typeface="Calibri Light" pitchFamily="34" charset="-120"/>
              </a:rPr>
              <a:t>Created a database named cw2.</a:t>
            </a:r>
          </a:p>
          <a:p>
            <a:pPr marL="342900" indent="-342900" algn="just">
              <a:spcBef>
                <a:spcPts val="600"/>
              </a:spcBef>
              <a:buSzPct val="100000"/>
              <a:buFont typeface="+mj-lt"/>
              <a:buAutoNum type="arabicPeriod"/>
            </a:pPr>
            <a:r>
              <a:rPr lang="en-US" sz="900" dirty="0">
                <a:solidFill>
                  <a:schemeClr val="tx1"/>
                </a:solidFill>
                <a:latin typeface="+mj-lt"/>
                <a:ea typeface="Calibri Light" pitchFamily="34" charset="-122"/>
                <a:cs typeface="Calibri Light" pitchFamily="34" charset="-120"/>
              </a:rPr>
              <a:t>Defined a table “</a:t>
            </a:r>
            <a:r>
              <a:rPr lang="en-US" sz="900" dirty="0" err="1">
                <a:solidFill>
                  <a:schemeClr val="tx1"/>
                </a:solidFill>
                <a:latin typeface="+mj-lt"/>
                <a:ea typeface="Calibri Light" pitchFamily="34" charset="-122"/>
                <a:cs typeface="Calibri Light" pitchFamily="34" charset="-120"/>
              </a:rPr>
              <a:t>gun_deaths</a:t>
            </a:r>
            <a:r>
              <a:rPr lang="en-US" sz="900" dirty="0">
                <a:solidFill>
                  <a:schemeClr val="tx1"/>
                </a:solidFill>
                <a:latin typeface="+mj-lt"/>
                <a:ea typeface="Calibri Light" pitchFamily="34" charset="-122"/>
                <a:cs typeface="Calibri Light" pitchFamily="34" charset="-120"/>
              </a:rPr>
              <a:t>” inside the database, matching the 9 columns of the CDC dataset .</a:t>
            </a:r>
          </a:p>
          <a:p>
            <a:pPr marL="342900" indent="-342900" algn="just">
              <a:spcBef>
                <a:spcPts val="600"/>
              </a:spcBef>
              <a:buSzPct val="100000"/>
              <a:buFont typeface="+mj-lt"/>
              <a:buAutoNum type="arabicPeriod"/>
            </a:pPr>
            <a:r>
              <a:rPr lang="en-US" sz="900" dirty="0">
                <a:solidFill>
                  <a:schemeClr val="tx1"/>
                </a:solidFill>
                <a:latin typeface="+mj-lt"/>
                <a:ea typeface="Calibri Light" pitchFamily="34" charset="-122"/>
                <a:cs typeface="Calibri Light" pitchFamily="34" charset="-120"/>
              </a:rPr>
              <a:t>Loaded the data from the dataset into the Hive table.      </a:t>
            </a:r>
          </a:p>
          <a:p>
            <a:pPr marL="342900" indent="-342900" algn="just">
              <a:spcBef>
                <a:spcPts val="600"/>
              </a:spcBef>
              <a:buSzPct val="100000"/>
              <a:buFont typeface="+mj-lt"/>
              <a:buAutoNum type="arabicPeriod"/>
            </a:pPr>
            <a:r>
              <a:rPr lang="en-US" sz="900" dirty="0">
                <a:solidFill>
                  <a:schemeClr val="tx1"/>
                </a:solidFill>
                <a:latin typeface="+mj-lt"/>
                <a:ea typeface="Calibri Light" pitchFamily="34" charset="-122"/>
                <a:cs typeface="Calibri Light" pitchFamily="34" charset="-120"/>
              </a:rPr>
              <a:t>Used SQL to explore the dataset. Ran </a:t>
            </a:r>
            <a:r>
              <a:rPr lang="en-US" sz="900" i="1" dirty="0">
                <a:solidFill>
                  <a:schemeClr val="tx1"/>
                </a:solidFill>
                <a:latin typeface="+mj-lt"/>
              </a:rPr>
              <a:t>SELECT * FROM </a:t>
            </a:r>
            <a:r>
              <a:rPr lang="en-US" sz="900" i="1" dirty="0" err="1">
                <a:solidFill>
                  <a:schemeClr val="tx1"/>
                </a:solidFill>
                <a:latin typeface="+mj-lt"/>
              </a:rPr>
              <a:t>gun_deaths</a:t>
            </a:r>
            <a:r>
              <a:rPr lang="en-US" sz="900" i="1" dirty="0">
                <a:solidFill>
                  <a:schemeClr val="tx1"/>
                </a:solidFill>
                <a:latin typeface="+mj-lt"/>
              </a:rPr>
              <a:t> LIMIT 5;</a:t>
            </a:r>
            <a:r>
              <a:rPr lang="en-US" sz="900" dirty="0">
                <a:solidFill>
                  <a:schemeClr val="tx1"/>
                </a:solidFill>
                <a:latin typeface="+mj-lt"/>
              </a:rPr>
              <a:t> to check column values and confirm data loaded correctly.</a:t>
            </a:r>
            <a:endParaRPr lang="en-US" sz="900" dirty="0">
              <a:solidFill>
                <a:schemeClr val="tx1"/>
              </a:solidFill>
              <a:latin typeface="+mj-lt"/>
              <a:ea typeface="Calibri Light" pitchFamily="34" charset="-122"/>
              <a:cs typeface="Calibri Light" pitchFamily="34" charset="-120"/>
            </a:endParaRPr>
          </a:p>
          <a:p>
            <a:pPr marL="342900" indent="-342900" algn="just">
              <a:spcBef>
                <a:spcPts val="600"/>
              </a:spcBef>
              <a:buSzPct val="100000"/>
              <a:buFont typeface="+mj-lt"/>
              <a:buAutoNum type="arabicPeriod"/>
            </a:pPr>
            <a:r>
              <a:rPr lang="en-US" sz="900" dirty="0">
                <a:solidFill>
                  <a:schemeClr val="tx1"/>
                </a:solidFill>
                <a:latin typeface="+mj-lt"/>
                <a:ea typeface="Calibri Light" pitchFamily="34" charset="-122"/>
                <a:cs typeface="Calibri Light" pitchFamily="34" charset="-120"/>
              </a:rPr>
              <a:t>Performed queries to identify the education level with the highest number of deaths using </a:t>
            </a:r>
            <a:r>
              <a:rPr lang="en-US" sz="900" i="1" dirty="0">
                <a:solidFill>
                  <a:schemeClr val="tx1"/>
                </a:solidFill>
                <a:latin typeface="+mj-lt"/>
                <a:ea typeface="Calibri Light" pitchFamily="34" charset="-122"/>
                <a:cs typeface="Calibri Light" pitchFamily="34" charset="-120"/>
              </a:rPr>
              <a:t>GROUP BY education ORDER BY deaths DESC LIMIT 1 </a:t>
            </a:r>
            <a:r>
              <a:rPr lang="en-US" sz="900" dirty="0">
                <a:solidFill>
                  <a:schemeClr val="tx1"/>
                </a:solidFill>
                <a:latin typeface="+mj-lt"/>
                <a:ea typeface="Calibri Light" pitchFamily="34" charset="-122"/>
                <a:cs typeface="Calibri Light" pitchFamily="34" charset="-120"/>
              </a:rPr>
              <a:t>as shown in figure 3.</a:t>
            </a:r>
          </a:p>
          <a:p>
            <a:pPr marL="342900" indent="-342900" algn="just">
              <a:spcBef>
                <a:spcPts val="600"/>
              </a:spcBef>
              <a:buSzPct val="100000"/>
              <a:buFont typeface="+mj-lt"/>
              <a:buAutoNum type="arabicPeriod"/>
            </a:pPr>
            <a:r>
              <a:rPr lang="en-US" sz="900" dirty="0">
                <a:solidFill>
                  <a:schemeClr val="tx1"/>
                </a:solidFill>
                <a:latin typeface="+mj-lt"/>
                <a:ea typeface="Calibri Light" pitchFamily="34" charset="-122"/>
                <a:cs typeface="Calibri Light" pitchFamily="34" charset="-120"/>
              </a:rPr>
              <a:t>Counted number of gun deaths by suicide and homicide using </a:t>
            </a:r>
            <a:r>
              <a:rPr lang="en-US" sz="900" i="1" dirty="0">
                <a:solidFill>
                  <a:schemeClr val="tx1"/>
                </a:solidFill>
                <a:latin typeface="+mj-lt"/>
                <a:ea typeface="Calibri Light" pitchFamily="34" charset="-122"/>
                <a:cs typeface="Calibri Light" pitchFamily="34" charset="-120"/>
              </a:rPr>
              <a:t>COUNT(*) </a:t>
            </a:r>
            <a:r>
              <a:rPr lang="en-US" sz="900" dirty="0">
                <a:solidFill>
                  <a:schemeClr val="tx1"/>
                </a:solidFill>
                <a:latin typeface="+mj-lt"/>
                <a:ea typeface="Calibri Light" pitchFamily="34" charset="-122"/>
                <a:cs typeface="Calibri Light" pitchFamily="34" charset="-120"/>
              </a:rPr>
              <a:t>with </a:t>
            </a:r>
            <a:r>
              <a:rPr lang="en-US" sz="900" i="1" dirty="0">
                <a:solidFill>
                  <a:schemeClr val="tx1"/>
                </a:solidFill>
                <a:latin typeface="+mj-lt"/>
                <a:ea typeface="Calibri Light" pitchFamily="34" charset="-122"/>
                <a:cs typeface="Calibri Light" pitchFamily="34" charset="-120"/>
              </a:rPr>
              <a:t>WHERE intent IN (“Suicide”, ”Homicide”).</a:t>
            </a:r>
          </a:p>
          <a:p>
            <a:pPr marL="342900" indent="-342900" algn="just">
              <a:spcBef>
                <a:spcPts val="600"/>
              </a:spcBef>
              <a:buSzPct val="100000"/>
              <a:buFont typeface="+mj-lt"/>
              <a:buAutoNum type="arabicPeriod"/>
            </a:pPr>
            <a:r>
              <a:rPr lang="en-US" sz="900" dirty="0">
                <a:solidFill>
                  <a:schemeClr val="tx1"/>
                </a:solidFill>
                <a:latin typeface="+mj-lt"/>
                <a:ea typeface="Calibri Light" pitchFamily="34" charset="-122"/>
                <a:cs typeface="Calibri Light" pitchFamily="34" charset="-120"/>
              </a:rPr>
              <a:t>Performed additional queries like SELECT education, COUNT(*) AS death FROM </a:t>
            </a:r>
            <a:r>
              <a:rPr lang="en-US" sz="900" dirty="0" err="1">
                <a:solidFill>
                  <a:schemeClr val="tx1"/>
                </a:solidFill>
                <a:latin typeface="+mj-lt"/>
                <a:ea typeface="Calibri Light" pitchFamily="34" charset="-122"/>
                <a:cs typeface="Calibri Light" pitchFamily="34" charset="-120"/>
              </a:rPr>
              <a:t>gun_deaths</a:t>
            </a:r>
            <a:r>
              <a:rPr lang="en-US" sz="900" dirty="0">
                <a:solidFill>
                  <a:schemeClr val="tx1"/>
                </a:solidFill>
                <a:latin typeface="+mj-lt"/>
                <a:ea typeface="Calibri Light" pitchFamily="34" charset="-122"/>
                <a:cs typeface="Calibri Light" pitchFamily="34" charset="-120"/>
              </a:rPr>
              <a:t> GROUP BY education to analyze deaths across different educational levels. </a:t>
            </a:r>
          </a:p>
          <a:p>
            <a:endParaRPr lang="en-US" sz="900"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DCD54C5-6D0E-8E43-7B98-30182AD4B7D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47040" y="573708"/>
            <a:ext cx="6703569" cy="584531"/>
          </a:xfrm>
        </p:spPr>
        <p:txBody>
          <a:bodyPr/>
          <a:lstStyle/>
          <a:p>
            <a:r>
              <a:rPr lang="en-US" dirty="0">
                <a:latin typeface="+mj-lt"/>
                <a:ea typeface="Calibri" pitchFamily="34" charset="-122"/>
                <a:cs typeface="Calibri" pitchFamily="34" charset="-120"/>
              </a:rPr>
              <a:t>DATA PROCESSING WITH HIVE</a:t>
            </a:r>
            <a:endParaRPr lang="en-US" dirty="0">
              <a:latin typeface="+mj-lt"/>
            </a:endParaRPr>
          </a:p>
          <a:p>
            <a:endParaRPr lang="en-US" dirty="0">
              <a:latin typeface="+mj-lt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618AFF5-32B1-85D8-B8AC-B0F6063CC7AD}"/>
              </a:ext>
            </a:extLst>
          </p:cNvPr>
          <p:cNvSpPr txBox="1"/>
          <p:nvPr/>
        </p:nvSpPr>
        <p:spPr>
          <a:xfrm>
            <a:off x="3687418" y="1639640"/>
            <a:ext cx="4576380" cy="1854354"/>
          </a:xfrm>
          <a:prstGeom prst="rect">
            <a:avLst/>
          </a:prstGeom>
          <a:solidFill>
            <a:schemeClr val="bg2"/>
          </a:solidFill>
        </p:spPr>
        <p:txBody>
          <a:bodyPr wrap="square">
            <a:spAutoFit/>
          </a:bodyPr>
          <a:lstStyle/>
          <a:p>
            <a:pPr marL="171450" indent="-171450" algn="just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050" dirty="0">
                <a:latin typeface="+mj-lt"/>
                <a:ea typeface="Calibri Light" pitchFamily="34" charset="-122"/>
                <a:cs typeface="Calibri Light" pitchFamily="34" charset="-120"/>
              </a:rPr>
              <a:t>Hive runs on top of HDFS and hence data stays in distributed storage.</a:t>
            </a:r>
          </a:p>
          <a:p>
            <a:pPr marL="171450" indent="-171450" algn="just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050" dirty="0">
                <a:latin typeface="+mj-lt"/>
                <a:ea typeface="Calibri Light" pitchFamily="34" charset="-122"/>
                <a:cs typeface="Calibri Light" pitchFamily="34" charset="-120"/>
              </a:rPr>
              <a:t>Hive handles large rows smoothly and without performance issue.</a:t>
            </a:r>
          </a:p>
          <a:p>
            <a:pPr marL="171450" indent="-171450" algn="just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050" dirty="0">
                <a:latin typeface="+mj-lt"/>
                <a:ea typeface="Calibri Light" pitchFamily="34" charset="-122"/>
                <a:cs typeface="Calibri Light" pitchFamily="34" charset="-120"/>
              </a:rPr>
              <a:t>Hive is also good at batch processing which resonates with this workload. </a:t>
            </a:r>
          </a:p>
          <a:p>
            <a:pPr marL="171450" indent="-171450" algn="just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050" dirty="0">
                <a:latin typeface="+mj-lt"/>
                <a:ea typeface="Calibri Light" pitchFamily="34" charset="-122"/>
                <a:cs typeface="Calibri Light" pitchFamily="34" charset="-120"/>
              </a:rPr>
              <a:t>Hive uses SQL. There is no need to learn a new query language unlike Spark and Pig, which require more procedural code.</a:t>
            </a:r>
          </a:p>
          <a:p>
            <a:pPr marL="171450" indent="-171450" algn="just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050" dirty="0">
                <a:latin typeface="+mj-lt"/>
                <a:ea typeface="Calibri Light" pitchFamily="34" charset="-122"/>
                <a:cs typeface="Calibri Light" pitchFamily="34" charset="-120"/>
              </a:rPr>
              <a:t>Hive integrates well with Zeppelin and BI tools while Pig has smaller ecosystem support. Spark needs additional Spark session configuration or cluster resource tuning.</a:t>
            </a:r>
            <a:endParaRPr lang="en-US" sz="1050" dirty="0">
              <a:latin typeface="+mj-lt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D9AE39C1-3143-D305-BBA5-A216923CAC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87419" y="3429000"/>
            <a:ext cx="4576379" cy="1692771"/>
          </a:xfrm>
          <a:prstGeom prst="rect">
            <a:avLst/>
          </a:prstGeom>
        </p:spPr>
      </p:pic>
      <p:sp>
        <p:nvSpPr>
          <p:cNvPr id="8" name="Shape 16">
            <a:extLst>
              <a:ext uri="{FF2B5EF4-FFF2-40B4-BE49-F238E27FC236}">
                <a16:creationId xmlns:a16="http://schemas.microsoft.com/office/drawing/2014/main" id="{3A9D900A-FD33-B410-D276-CD4EC42B3B91}"/>
              </a:ext>
            </a:extLst>
          </p:cNvPr>
          <p:cNvSpPr/>
          <p:nvPr/>
        </p:nvSpPr>
        <p:spPr>
          <a:xfrm>
            <a:off x="605796" y="1397662"/>
            <a:ext cx="2962353" cy="257277"/>
          </a:xfrm>
          <a:prstGeom prst="rect">
            <a:avLst/>
          </a:prstGeom>
          <a:solidFill>
            <a:schemeClr val="accent4">
              <a:lumMod val="50000"/>
            </a:schemeClr>
          </a:solidFill>
          <a:ln/>
        </p:spPr>
        <p:txBody>
          <a:bodyPr/>
          <a:lstStyle/>
          <a:p>
            <a:pPr algn="ctr">
              <a:spcBef>
                <a:spcPts val="600"/>
              </a:spcBef>
            </a:pPr>
            <a:r>
              <a:rPr lang="en-US" sz="1000" dirty="0">
                <a:solidFill>
                  <a:schemeClr val="bg2"/>
                </a:solidFill>
                <a:latin typeface="+mj-lt"/>
              </a:rPr>
              <a:t>Steps Performed: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139A8E8-5985-0528-B536-F3E581217A32}"/>
              </a:ext>
            </a:extLst>
          </p:cNvPr>
          <p:cNvSpPr txBox="1"/>
          <p:nvPr/>
        </p:nvSpPr>
        <p:spPr>
          <a:xfrm>
            <a:off x="3687419" y="5229505"/>
            <a:ext cx="457638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>
                <a:latin typeface="+mj-lt"/>
              </a:rPr>
              <a:t>Fig. 2: Query that shows first five rows of the table </a:t>
            </a:r>
          </a:p>
        </p:txBody>
      </p:sp>
      <p:sp>
        <p:nvSpPr>
          <p:cNvPr id="10" name="Shape 16">
            <a:extLst>
              <a:ext uri="{FF2B5EF4-FFF2-40B4-BE49-F238E27FC236}">
                <a16:creationId xmlns:a16="http://schemas.microsoft.com/office/drawing/2014/main" id="{8ABAC911-26FE-4C72-C7A0-C6DC5772C36E}"/>
              </a:ext>
            </a:extLst>
          </p:cNvPr>
          <p:cNvSpPr/>
          <p:nvPr/>
        </p:nvSpPr>
        <p:spPr>
          <a:xfrm>
            <a:off x="3687419" y="1397663"/>
            <a:ext cx="4576380" cy="257276"/>
          </a:xfrm>
          <a:prstGeom prst="rect">
            <a:avLst/>
          </a:prstGeom>
          <a:solidFill>
            <a:schemeClr val="accent4">
              <a:lumMod val="50000"/>
            </a:schemeClr>
          </a:solidFill>
          <a:ln/>
        </p:spPr>
        <p:txBody>
          <a:bodyPr/>
          <a:lstStyle/>
          <a:p>
            <a:pPr algn="ctr"/>
            <a:r>
              <a:rPr lang="en-US" sz="1000" dirty="0">
                <a:solidFill>
                  <a:schemeClr val="bg2"/>
                </a:solidFill>
                <a:latin typeface="+mj-lt"/>
              </a:rPr>
              <a:t>Why Hive?</a:t>
            </a:r>
          </a:p>
        </p:txBody>
      </p:sp>
    </p:spTree>
    <p:extLst>
      <p:ext uri="{BB962C8B-B14F-4D97-AF65-F5344CB8AC3E}">
        <p14:creationId xmlns:p14="http://schemas.microsoft.com/office/powerpoint/2010/main" val="42743088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1BEB71-805D-652F-E46D-710A31F785A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55600" y="573709"/>
            <a:ext cx="6795009" cy="476034"/>
          </a:xfrm>
        </p:spPr>
        <p:txBody>
          <a:bodyPr/>
          <a:lstStyle/>
          <a:p>
            <a:r>
              <a:rPr lang="en-US" dirty="0">
                <a:latin typeface="+mj-lt"/>
              </a:rPr>
              <a:t>DATA PROCESSING WITH HIVE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4155DFD-135B-71F1-9151-55722FB1AB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34532" y="1233345"/>
            <a:ext cx="3778336" cy="184986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BE3260F7-6CC4-8D6A-3B1D-D4366FC34E7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27744"/>
          <a:stretch>
            <a:fillRect/>
          </a:stretch>
        </p:blipFill>
        <p:spPr>
          <a:xfrm>
            <a:off x="487024" y="3557665"/>
            <a:ext cx="3778336" cy="184986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E4255CF0-8F70-E48C-1873-A201B7021E5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7024" y="1233345"/>
            <a:ext cx="3778336" cy="1849865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6BA1F750-76C9-7C50-F043-DE9A7566CEFD}"/>
              </a:ext>
            </a:extLst>
          </p:cNvPr>
          <p:cNvSpPr txBox="1"/>
          <p:nvPr/>
        </p:nvSpPr>
        <p:spPr>
          <a:xfrm>
            <a:off x="487024" y="3083210"/>
            <a:ext cx="37783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>
                <a:latin typeface="+mj-lt"/>
              </a:rPr>
              <a:t>Fig. 3: Query that finds the education level with the highest total gun deaths.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D37DB9A-BE2E-8709-435A-1F6F25B7A61B}"/>
              </a:ext>
            </a:extLst>
          </p:cNvPr>
          <p:cNvSpPr txBox="1"/>
          <p:nvPr/>
        </p:nvSpPr>
        <p:spPr>
          <a:xfrm>
            <a:off x="486646" y="5439989"/>
            <a:ext cx="37783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>
                <a:latin typeface="+mj-lt"/>
              </a:rPr>
              <a:t>Fig. 5: Query that finds the total gun death count for each education level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D20A2A9-7CE5-82A2-CEB7-4E288A4AB8C4}"/>
              </a:ext>
            </a:extLst>
          </p:cNvPr>
          <p:cNvSpPr txBox="1"/>
          <p:nvPr/>
        </p:nvSpPr>
        <p:spPr>
          <a:xfrm>
            <a:off x="4302836" y="3083210"/>
            <a:ext cx="38417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>
                <a:latin typeface="+mj-lt"/>
              </a:rPr>
              <a:t>Fig. 4:Query that finds the total gun death counts for Suicide and Homicide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AE3202E-C008-B57D-45AF-F62275D8458E}"/>
              </a:ext>
            </a:extLst>
          </p:cNvPr>
          <p:cNvSpPr txBox="1"/>
          <p:nvPr/>
        </p:nvSpPr>
        <p:spPr>
          <a:xfrm>
            <a:off x="4334532" y="3557665"/>
            <a:ext cx="3810032" cy="1846659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pPr marL="173736" indent="-173736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900" dirty="0">
                <a:latin typeface="+mj-lt"/>
              </a:rPr>
              <a:t>Figure 2 showed the first five rows of the table and confirmed that the dataset has been successfully loaded into the Hive table.</a:t>
            </a:r>
          </a:p>
          <a:p>
            <a:pPr marL="173736" indent="-173736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900" dirty="0">
                <a:latin typeface="+mj-lt"/>
              </a:rPr>
              <a:t>Figure 3 showed that the education level HS/GED had the highest total gun deaths.</a:t>
            </a:r>
          </a:p>
          <a:p>
            <a:pPr marL="173736" indent="-173736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900" dirty="0">
                <a:latin typeface="+mj-lt"/>
              </a:rPr>
              <a:t>Figure 4 showed that the total number of suicides was 63,175 and the total number of homicides was 35,176.</a:t>
            </a:r>
          </a:p>
          <a:p>
            <a:pPr marL="173736" indent="-173736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900" dirty="0">
                <a:latin typeface="+mj-lt"/>
              </a:rPr>
              <a:t>Figure 5 showed the total gun death count for each education level. The output revealed that the HS/GED had highest total gun deaths, followed by Less than HS and Some college. The gun deaths among BA+ were comparatively fewer. Few deaths with no education label appeared to be uncategorized.</a:t>
            </a:r>
          </a:p>
        </p:txBody>
      </p:sp>
    </p:spTree>
    <p:extLst>
      <p:ext uri="{BB962C8B-B14F-4D97-AF65-F5344CB8AC3E}">
        <p14:creationId xmlns:p14="http://schemas.microsoft.com/office/powerpoint/2010/main" val="32660465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84C9F5B-0309-BBC5-8B2D-593E0CDA328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62028" y="1653541"/>
            <a:ext cx="3745152" cy="2385268"/>
          </a:xfrm>
          <a:solidFill>
            <a:schemeClr val="bg2"/>
          </a:solidFill>
        </p:spPr>
        <p:txBody>
          <a:bodyPr/>
          <a:lstStyle/>
          <a:p>
            <a:pPr marL="173736" indent="-173736" algn="just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chemeClr val="tx1"/>
                </a:solidFill>
                <a:latin typeface="+mj-lt"/>
              </a:rPr>
              <a:t>Queries were performed on Apache Zeppelin to obtain the graphical representations.</a:t>
            </a:r>
          </a:p>
          <a:p>
            <a:pPr marL="173736" indent="-173736" algn="just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chemeClr val="tx1"/>
                </a:solidFill>
                <a:latin typeface="+mj-lt"/>
              </a:rPr>
              <a:t>“%</a:t>
            </a:r>
            <a:r>
              <a:rPr lang="en-US" sz="1100" dirty="0" err="1">
                <a:solidFill>
                  <a:schemeClr val="tx1"/>
                </a:solidFill>
                <a:latin typeface="+mj-lt"/>
              </a:rPr>
              <a:t>jdbc</a:t>
            </a:r>
            <a:r>
              <a:rPr lang="en-US" sz="1100" dirty="0">
                <a:solidFill>
                  <a:schemeClr val="tx1"/>
                </a:solidFill>
                <a:latin typeface="+mj-lt"/>
              </a:rPr>
              <a:t>” was used as interpreter prefix to execute queries for Hive databases.</a:t>
            </a:r>
          </a:p>
          <a:p>
            <a:pPr marL="173736" indent="-173736" algn="just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chemeClr val="tx1"/>
                </a:solidFill>
                <a:latin typeface="+mj-lt"/>
              </a:rPr>
              <a:t>Results presented using Line graphs, Pie charts and Bar charts.</a:t>
            </a:r>
          </a:p>
          <a:p>
            <a:pPr marL="173736" indent="-173736" algn="just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chemeClr val="tx1"/>
                </a:solidFill>
                <a:latin typeface="+mj-lt"/>
              </a:rPr>
              <a:t>The link between education levels and intent of deaths were visualized and examined in the data visualization phase. </a:t>
            </a:r>
          </a:p>
          <a:p>
            <a:pPr marL="173736" indent="-173736">
              <a:spcBef>
                <a:spcPts val="1200"/>
              </a:spcBef>
            </a:pPr>
            <a:endParaRPr lang="en-US" sz="1100"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8BD64C6-BD83-A235-A8BD-C668264F8B7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62029" y="573709"/>
            <a:ext cx="6788580" cy="476034"/>
          </a:xfrm>
        </p:spPr>
        <p:txBody>
          <a:bodyPr/>
          <a:lstStyle/>
          <a:p>
            <a:r>
              <a:rPr lang="en-US" dirty="0">
                <a:latin typeface="+mj-lt"/>
                <a:ea typeface="Calibri" pitchFamily="34" charset="-122"/>
                <a:cs typeface="Calibri" pitchFamily="34" charset="-120"/>
              </a:rPr>
              <a:t>DATA VISUALIZATION</a:t>
            </a:r>
            <a:endParaRPr lang="en-US" dirty="0">
              <a:latin typeface="+mj-lt"/>
            </a:endParaRPr>
          </a:p>
        </p:txBody>
      </p:sp>
      <p:sp>
        <p:nvSpPr>
          <p:cNvPr id="5" name="Shape 0">
            <a:extLst>
              <a:ext uri="{FF2B5EF4-FFF2-40B4-BE49-F238E27FC236}">
                <a16:creationId xmlns:a16="http://schemas.microsoft.com/office/drawing/2014/main" id="{8D1364A3-90D4-5215-DC95-B402E2F110AD}"/>
              </a:ext>
            </a:extLst>
          </p:cNvPr>
          <p:cNvSpPr/>
          <p:nvPr/>
        </p:nvSpPr>
        <p:spPr>
          <a:xfrm>
            <a:off x="4232510" y="1351156"/>
            <a:ext cx="4164730" cy="302386"/>
          </a:xfrm>
          <a:prstGeom prst="rect">
            <a:avLst/>
          </a:prstGeom>
          <a:solidFill>
            <a:schemeClr val="accent4">
              <a:lumMod val="50000"/>
            </a:schemeClr>
          </a:solidFill>
          <a:ln/>
        </p:spPr>
        <p:txBody>
          <a:bodyPr/>
          <a:lstStyle/>
          <a:p>
            <a:pPr algn="ctr"/>
            <a:r>
              <a:rPr lang="en-US" sz="1600" dirty="0">
                <a:solidFill>
                  <a:schemeClr val="bg1"/>
                </a:solidFill>
                <a:latin typeface="+mj-lt"/>
              </a:rPr>
              <a:t>Zeppelin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91EE737-70AF-DEB9-E6C6-2C19B16956AB}"/>
              </a:ext>
            </a:extLst>
          </p:cNvPr>
          <p:cNvSpPr txBox="1"/>
          <p:nvPr/>
        </p:nvSpPr>
        <p:spPr>
          <a:xfrm>
            <a:off x="4232510" y="1629467"/>
            <a:ext cx="4164730" cy="2385268"/>
          </a:xfrm>
          <a:prstGeom prst="rect">
            <a:avLst/>
          </a:prstGeom>
          <a:solidFill>
            <a:schemeClr val="bg2"/>
          </a:solidFill>
        </p:spPr>
        <p:txBody>
          <a:bodyPr wrap="square">
            <a:spAutoFit/>
          </a:bodyPr>
          <a:lstStyle/>
          <a:p>
            <a:pPr marL="173736" indent="-173736" algn="just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1100" dirty="0">
                <a:latin typeface="+mj-lt"/>
              </a:rPr>
              <a:t>Apache Zeppelin is an open-source web-based notebook tool for data visualization and data analysis</a:t>
            </a:r>
            <a:r>
              <a:rPr lang="en-US" sz="1100" dirty="0">
                <a:solidFill>
                  <a:srgbClr val="0563C1"/>
                </a:solidFill>
                <a:latin typeface="+mj-lt"/>
                <a:hlinkClick r:id="rId2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lang="en-US" sz="1100" dirty="0">
                <a:solidFill>
                  <a:srgbClr val="8B7A39"/>
                </a:solidFill>
                <a:latin typeface="+mj-lt"/>
                <a:hlinkClick r:id="rId2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[8] [10].</a:t>
            </a:r>
            <a:endParaRPr lang="en-US" sz="1100" dirty="0">
              <a:solidFill>
                <a:srgbClr val="8B7A39"/>
              </a:solidFill>
              <a:latin typeface="+mj-lt"/>
            </a:endParaRPr>
          </a:p>
          <a:p>
            <a:pPr marL="173736" indent="-173736" algn="just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1100" dirty="0">
                <a:latin typeface="+mj-lt"/>
              </a:rPr>
              <a:t>Apache Zeppelin provides notebook-style interface to run queries and visualize results </a:t>
            </a:r>
            <a:r>
              <a:rPr lang="en-US" sz="1100" dirty="0">
                <a:solidFill>
                  <a:srgbClr val="8B7A39"/>
                </a:solidFill>
                <a:latin typeface="+mj-lt"/>
                <a:hlinkClick r:id="rId2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[8].</a:t>
            </a:r>
            <a:endParaRPr lang="en-US" sz="1100" dirty="0">
              <a:solidFill>
                <a:srgbClr val="8B7A39"/>
              </a:solidFill>
              <a:latin typeface="+mj-lt"/>
            </a:endParaRPr>
          </a:p>
          <a:p>
            <a:pPr marL="173736" indent="-173736" algn="just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1100" dirty="0">
                <a:latin typeface="+mj-lt"/>
              </a:rPr>
              <a:t>It works smoothly with Big Data tools (Hive).</a:t>
            </a:r>
          </a:p>
          <a:p>
            <a:pPr marL="173736" indent="-173736" algn="just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1100" dirty="0">
                <a:latin typeface="+mj-lt"/>
              </a:rPr>
              <a:t>It helps in automatic generation of charts for analysis of the data.</a:t>
            </a:r>
          </a:p>
          <a:p>
            <a:pPr marL="173736" indent="-173736" algn="just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1100" dirty="0">
                <a:latin typeface="+mj-lt"/>
              </a:rPr>
              <a:t>It has interactive and user-friendly interface.</a:t>
            </a:r>
          </a:p>
          <a:p>
            <a:pPr marL="173736" indent="-173736" algn="just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1100" dirty="0">
                <a:latin typeface="+mj-lt"/>
              </a:rPr>
              <a:t>It allows iterative querying and refinement.</a:t>
            </a:r>
          </a:p>
        </p:txBody>
      </p:sp>
      <p:sp>
        <p:nvSpPr>
          <p:cNvPr id="8" name="Shape 0">
            <a:extLst>
              <a:ext uri="{FF2B5EF4-FFF2-40B4-BE49-F238E27FC236}">
                <a16:creationId xmlns:a16="http://schemas.microsoft.com/office/drawing/2014/main" id="{17844F2B-3893-5B53-3976-B283F8481CFD}"/>
              </a:ext>
            </a:extLst>
          </p:cNvPr>
          <p:cNvSpPr/>
          <p:nvPr/>
        </p:nvSpPr>
        <p:spPr>
          <a:xfrm>
            <a:off x="362028" y="4141371"/>
            <a:ext cx="8035212" cy="302385"/>
          </a:xfrm>
          <a:prstGeom prst="rect">
            <a:avLst/>
          </a:prstGeom>
          <a:solidFill>
            <a:schemeClr val="accent4">
              <a:lumMod val="50000"/>
            </a:schemeClr>
          </a:solidFill>
          <a:ln/>
        </p:spPr>
        <p:txBody>
          <a:bodyPr/>
          <a:lstStyle/>
          <a:p>
            <a:pPr algn="ctr"/>
            <a:r>
              <a:rPr lang="en-US" sz="1600" dirty="0">
                <a:solidFill>
                  <a:schemeClr val="bg1"/>
                </a:solidFill>
                <a:latin typeface="+mj-lt"/>
              </a:rPr>
              <a:t>Why Zeppelin?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C26E5DF-E0C3-C97E-E793-26B3C1CADA25}"/>
              </a:ext>
            </a:extLst>
          </p:cNvPr>
          <p:cNvSpPr txBox="1"/>
          <p:nvPr/>
        </p:nvSpPr>
        <p:spPr>
          <a:xfrm>
            <a:off x="362029" y="4447177"/>
            <a:ext cx="8035212" cy="1169551"/>
          </a:xfrm>
          <a:prstGeom prst="rect">
            <a:avLst/>
          </a:prstGeom>
          <a:solidFill>
            <a:schemeClr val="bg2"/>
          </a:solidFill>
        </p:spPr>
        <p:txBody>
          <a:bodyPr wrap="square">
            <a:spAutoFit/>
          </a:bodyPr>
          <a:lstStyle/>
          <a:p>
            <a:pPr marL="173736" indent="-173736" algn="just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1000" dirty="0">
                <a:latin typeface="+mj-lt"/>
              </a:rPr>
              <a:t>Hadoop cluster already includes Zeppelin and Hive integration.</a:t>
            </a:r>
          </a:p>
          <a:p>
            <a:pPr marL="173736" indent="-173736" algn="just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1000" dirty="0">
                <a:latin typeface="+mj-lt"/>
              </a:rPr>
              <a:t>Zeppelin supports iterative analysis whereas BI tools are more dashboard-focused</a:t>
            </a:r>
            <a:r>
              <a:rPr lang="en-US" sz="1000" dirty="0">
                <a:solidFill>
                  <a:srgbClr val="8B7A39"/>
                </a:solidFill>
                <a:latin typeface="+mj-lt"/>
              </a:rPr>
              <a:t> </a:t>
            </a:r>
            <a:r>
              <a:rPr lang="en-US" sz="1000" dirty="0">
                <a:solidFill>
                  <a:srgbClr val="8B7A39"/>
                </a:solidFill>
                <a:latin typeface="+mj-lt"/>
                <a:hlinkClick r:id="rId2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[9].</a:t>
            </a:r>
            <a:endParaRPr lang="en-US" sz="1000" dirty="0">
              <a:solidFill>
                <a:srgbClr val="8B7A39"/>
              </a:solidFill>
              <a:latin typeface="+mj-lt"/>
            </a:endParaRPr>
          </a:p>
          <a:p>
            <a:pPr marL="173736" indent="-173736" algn="just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1000" dirty="0">
                <a:latin typeface="+mj-lt"/>
              </a:rPr>
              <a:t>BI platforms are designed for dashboarding and require data extraction. Zeppelin executes Hive queries directly on data stored in HDFS.</a:t>
            </a:r>
          </a:p>
          <a:p>
            <a:pPr marL="173736" indent="-173736" algn="just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1000" dirty="0">
                <a:latin typeface="+mj-lt"/>
              </a:rPr>
              <a:t>Tableau also does not directly operate on HDFS efficiently. </a:t>
            </a:r>
          </a:p>
        </p:txBody>
      </p:sp>
      <p:sp>
        <p:nvSpPr>
          <p:cNvPr id="11" name="Shape 0">
            <a:extLst>
              <a:ext uri="{FF2B5EF4-FFF2-40B4-BE49-F238E27FC236}">
                <a16:creationId xmlns:a16="http://schemas.microsoft.com/office/drawing/2014/main" id="{E0AC99F5-EF5C-3845-6920-AC8EB6311E9C}"/>
              </a:ext>
            </a:extLst>
          </p:cNvPr>
          <p:cNvSpPr/>
          <p:nvPr/>
        </p:nvSpPr>
        <p:spPr>
          <a:xfrm>
            <a:off x="362028" y="1351157"/>
            <a:ext cx="3745152" cy="302384"/>
          </a:xfrm>
          <a:prstGeom prst="rect">
            <a:avLst/>
          </a:prstGeom>
          <a:solidFill>
            <a:schemeClr val="accent4">
              <a:lumMod val="50000"/>
            </a:schemeClr>
          </a:solidFill>
          <a:ln/>
        </p:spPr>
        <p:txBody>
          <a:bodyPr/>
          <a:lstStyle/>
          <a:p>
            <a:pPr algn="ctr"/>
            <a:r>
              <a:rPr lang="en-US" sz="1600" dirty="0">
                <a:solidFill>
                  <a:schemeClr val="bg1"/>
                </a:solidFill>
                <a:latin typeface="+mj-lt"/>
              </a:rPr>
              <a:t>Steps Performed:</a:t>
            </a:r>
          </a:p>
        </p:txBody>
      </p:sp>
    </p:spTree>
    <p:extLst>
      <p:ext uri="{BB962C8B-B14F-4D97-AF65-F5344CB8AC3E}">
        <p14:creationId xmlns:p14="http://schemas.microsoft.com/office/powerpoint/2010/main" val="110321166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14513388-6DD7-C154-8726-8C40D360FB8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70765" y="1208289"/>
            <a:ext cx="7509748" cy="465432"/>
          </a:xfrm>
        </p:spPr>
        <p:txBody>
          <a:bodyPr/>
          <a:lstStyle/>
          <a:p>
            <a:pPr marL="173736" indent="-173736"/>
            <a:r>
              <a:rPr lang="en-US" sz="1200" dirty="0">
                <a:solidFill>
                  <a:schemeClr val="tx1"/>
                </a:solidFill>
                <a:latin typeface="+mj-lt"/>
              </a:rPr>
              <a:t>The relationship between gun deaths and education level was obtained using SQL queries. Following insights were obtained: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71C5719-1A72-FC1F-F060-009755F7ECC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77521" y="573709"/>
            <a:ext cx="6546616" cy="476034"/>
          </a:xfrm>
        </p:spPr>
        <p:txBody>
          <a:bodyPr/>
          <a:lstStyle/>
          <a:p>
            <a:r>
              <a:rPr lang="en-US" dirty="0">
                <a:latin typeface="+mj-lt"/>
              </a:rPr>
              <a:t>INSIGHTS FROM THE DATA</a:t>
            </a:r>
          </a:p>
        </p:txBody>
      </p:sp>
      <p:sp>
        <p:nvSpPr>
          <p:cNvPr id="11" name="Text Placeholder 1">
            <a:extLst>
              <a:ext uri="{FF2B5EF4-FFF2-40B4-BE49-F238E27FC236}">
                <a16:creationId xmlns:a16="http://schemas.microsoft.com/office/drawing/2014/main" id="{DB89E00D-1794-146C-DF98-A64F3D05B7BC}"/>
              </a:ext>
            </a:extLst>
          </p:cNvPr>
          <p:cNvSpPr txBox="1">
            <a:spLocks/>
          </p:cNvSpPr>
          <p:nvPr/>
        </p:nvSpPr>
        <p:spPr>
          <a:xfrm>
            <a:off x="705678" y="4808580"/>
            <a:ext cx="8110331" cy="1021002"/>
          </a:xfrm>
          <a:prstGeom prst="rect">
            <a:avLst/>
          </a:prstGeom>
          <a:solidFill>
            <a:schemeClr val="bg2"/>
          </a:solidFill>
        </p:spPr>
        <p:txBody>
          <a:bodyPr>
            <a:noAutofit/>
          </a:bodyPr>
          <a:lstStyle>
            <a:lvl1pPr marL="285750" indent="-28575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charset="0"/>
              <a:buChar char="•"/>
              <a:defRPr sz="1600" b="0" i="0" kern="1200" spc="0"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charset="0"/>
                <a:ea typeface="Arial" charset="0"/>
                <a:cs typeface="Arial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sz="1400" dirty="0">
                <a:solidFill>
                  <a:schemeClr val="tx1"/>
                </a:solidFill>
                <a:latin typeface="+mj-lt"/>
              </a:rPr>
              <a:t>Suicide accounts for the largest cause of gun deaths with 63,175.</a:t>
            </a:r>
          </a:p>
          <a:p>
            <a:pPr algn="just"/>
            <a:r>
              <a:rPr lang="en-US" sz="1400" dirty="0">
                <a:solidFill>
                  <a:schemeClr val="tx1"/>
                </a:solidFill>
                <a:latin typeface="+mj-lt"/>
              </a:rPr>
              <a:t>Homicide is the second most common intent for gun deaths with 35,176.</a:t>
            </a:r>
          </a:p>
          <a:p>
            <a:pPr algn="just"/>
            <a:r>
              <a:rPr lang="en-US" sz="1400" dirty="0">
                <a:solidFill>
                  <a:schemeClr val="tx1"/>
                </a:solidFill>
                <a:latin typeface="+mj-lt"/>
              </a:rPr>
              <a:t>Accidental and undetermined gun deaths are rare.</a:t>
            </a:r>
          </a:p>
          <a:p>
            <a:pPr algn="just"/>
            <a:r>
              <a:rPr lang="en-US" sz="1400" dirty="0">
                <a:solidFill>
                  <a:schemeClr val="tx1"/>
                </a:solidFill>
                <a:latin typeface="+mj-lt"/>
              </a:rPr>
              <a:t>It was inferred that Suicide accounts for nearly two-thirds of all gun deaths.</a:t>
            </a:r>
          </a:p>
          <a:p>
            <a:pPr algn="just"/>
            <a:endParaRPr lang="en-US" sz="1400" dirty="0">
              <a:solidFill>
                <a:schemeClr val="tx1"/>
              </a:solidFill>
              <a:latin typeface="+mj-lt"/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31042C18-BA6A-1503-AACD-71B416A0F4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765" y="1759226"/>
            <a:ext cx="7718470" cy="268685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2F384A1B-D8C8-6027-898B-4404BC4F475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34393" b="10256"/>
          <a:stretch>
            <a:fillRect/>
          </a:stretch>
        </p:blipFill>
        <p:spPr>
          <a:xfrm>
            <a:off x="854765" y="2955869"/>
            <a:ext cx="2390856" cy="149020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AEF8456-3F34-2B15-CEC7-7048E0A4C5E9}"/>
              </a:ext>
            </a:extLst>
          </p:cNvPr>
          <p:cNvSpPr txBox="1"/>
          <p:nvPr/>
        </p:nvSpPr>
        <p:spPr>
          <a:xfrm>
            <a:off x="854764" y="4446076"/>
            <a:ext cx="771846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Fig. 6: Count Of Gun Deaths With Respect To Intent</a:t>
            </a:r>
          </a:p>
        </p:txBody>
      </p:sp>
    </p:spTree>
    <p:extLst>
      <p:ext uri="{BB962C8B-B14F-4D97-AF65-F5344CB8AC3E}">
        <p14:creationId xmlns:p14="http://schemas.microsoft.com/office/powerpoint/2010/main" val="171551451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F3D863D-105D-EAA7-938D-4166689744D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27383" y="573709"/>
            <a:ext cx="6723226" cy="476034"/>
          </a:xfrm>
        </p:spPr>
        <p:txBody>
          <a:bodyPr/>
          <a:lstStyle/>
          <a:p>
            <a:r>
              <a:rPr lang="en-US" dirty="0">
                <a:latin typeface="+mj-lt"/>
              </a:rPr>
              <a:t>INSIGHTS FROM THE DATA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BF91AB67-A359-7BF9-FB92-B47198FE63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840" y="1347207"/>
            <a:ext cx="7771517" cy="2639779"/>
          </a:xfrm>
          <a:prstGeom prst="rect">
            <a:avLst/>
          </a:prstGeom>
        </p:spPr>
      </p:pic>
      <p:sp>
        <p:nvSpPr>
          <p:cNvPr id="12" name="Text Placeholder 1">
            <a:extLst>
              <a:ext uri="{FF2B5EF4-FFF2-40B4-BE49-F238E27FC236}">
                <a16:creationId xmlns:a16="http://schemas.microsoft.com/office/drawing/2014/main" id="{6CA38233-418C-16C3-EB93-1CCD78E9541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97236" y="4403206"/>
            <a:ext cx="7572121" cy="1438793"/>
          </a:xfrm>
          <a:solidFill>
            <a:schemeClr val="bg2"/>
          </a:solidFill>
        </p:spPr>
        <p:txBody>
          <a:bodyPr/>
          <a:lstStyle/>
          <a:p>
            <a:pPr marL="173736" indent="-173736" algn="just"/>
            <a:r>
              <a:rPr lang="en-US" sz="1200" dirty="0">
                <a:solidFill>
                  <a:schemeClr val="tx1"/>
                </a:solidFill>
                <a:latin typeface="+mj-lt"/>
              </a:rPr>
              <a:t>HS/GED has the highest total gun deaths, nearly double the second highest demographic. This may be due to higher firearm ownership and greater exposure to high-risk environments.</a:t>
            </a:r>
          </a:p>
          <a:p>
            <a:pPr marL="173736" indent="-173736" algn="just"/>
            <a:r>
              <a:rPr lang="en-US" sz="1200" dirty="0">
                <a:solidFill>
                  <a:schemeClr val="tx1"/>
                </a:solidFill>
                <a:latin typeface="+mj-lt"/>
              </a:rPr>
              <a:t>Less than HS and Some college are nearly identical with only 143 deaths apart. The small gap suggests that high school completion alone is not a clear dividing line.</a:t>
            </a:r>
          </a:p>
          <a:p>
            <a:pPr marL="173736" indent="-173736" algn="just"/>
            <a:r>
              <a:rPr lang="en-US" sz="1200" dirty="0">
                <a:solidFill>
                  <a:schemeClr val="tx1"/>
                </a:solidFill>
                <a:latin typeface="+mj-lt"/>
              </a:rPr>
              <a:t>BA+ has the lowest total gun deaths. This may be due to better employability and safer neighborhoods.</a:t>
            </a:r>
          </a:p>
          <a:p>
            <a:pPr marL="173736" indent="-173736" algn="just"/>
            <a:r>
              <a:rPr lang="en-US" sz="1200" dirty="0">
                <a:solidFill>
                  <a:schemeClr val="tx1"/>
                </a:solidFill>
                <a:latin typeface="+mj-lt"/>
              </a:rPr>
              <a:t>Those with an education level lower than BA+ appear to be at greater risk for gun-related deaths. </a:t>
            </a:r>
          </a:p>
          <a:p>
            <a:pPr marL="173736" indent="-173736" algn="just"/>
            <a:r>
              <a:rPr lang="en-US" sz="1200" dirty="0">
                <a:solidFill>
                  <a:schemeClr val="tx1"/>
                </a:solidFill>
                <a:latin typeface="+mj-lt"/>
              </a:rPr>
              <a:t>It was inferred that higher education level is associated with fewer total gun deaths.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E3F65110-D17D-03CD-37B8-9B16B0850B8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43472"/>
          <a:stretch>
            <a:fillRect/>
          </a:stretch>
        </p:blipFill>
        <p:spPr>
          <a:xfrm>
            <a:off x="4482989" y="1412266"/>
            <a:ext cx="2722200" cy="1078626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A0F2ACC0-1705-66CF-EEAB-FD901448D62B}"/>
              </a:ext>
            </a:extLst>
          </p:cNvPr>
          <p:cNvSpPr txBox="1"/>
          <p:nvPr/>
        </p:nvSpPr>
        <p:spPr>
          <a:xfrm>
            <a:off x="697236" y="4032486"/>
            <a:ext cx="738327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Fig. 7: Number Of Gun Deaths By Education Level Highest To Lowest</a:t>
            </a:r>
          </a:p>
        </p:txBody>
      </p:sp>
    </p:spTree>
    <p:extLst>
      <p:ext uri="{BB962C8B-B14F-4D97-AF65-F5344CB8AC3E}">
        <p14:creationId xmlns:p14="http://schemas.microsoft.com/office/powerpoint/2010/main" val="222692432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1033F8-7395-8261-A134-7FAB5CF5414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17689" y="573709"/>
            <a:ext cx="6573893" cy="476034"/>
          </a:xfrm>
        </p:spPr>
        <p:txBody>
          <a:bodyPr/>
          <a:lstStyle/>
          <a:p>
            <a:r>
              <a:rPr lang="en-US" dirty="0">
                <a:latin typeface="+mj-lt"/>
              </a:rPr>
              <a:t>INSIGHTS FROM THE DATA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7ABFBC2-3D62-C682-016A-128F0FD40A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600" y="1592645"/>
            <a:ext cx="7665960" cy="201041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AE651FEB-259A-1AD8-2DA1-5EFE146AAFD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45791" b="6759"/>
          <a:stretch>
            <a:fillRect/>
          </a:stretch>
        </p:blipFill>
        <p:spPr>
          <a:xfrm>
            <a:off x="5557520" y="1592645"/>
            <a:ext cx="2343629" cy="842442"/>
          </a:xfrm>
          <a:prstGeom prst="rect">
            <a:avLst/>
          </a:prstGeom>
        </p:spPr>
      </p:pic>
      <p:sp>
        <p:nvSpPr>
          <p:cNvPr id="12" name="Text Placeholder 1">
            <a:extLst>
              <a:ext uri="{FF2B5EF4-FFF2-40B4-BE49-F238E27FC236}">
                <a16:creationId xmlns:a16="http://schemas.microsoft.com/office/drawing/2014/main" id="{862AC020-2FB2-F6A2-B4C9-847CD9B1356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24601" y="4373613"/>
            <a:ext cx="8076758" cy="1238681"/>
          </a:xfrm>
          <a:solidFill>
            <a:schemeClr val="bg2"/>
          </a:solidFill>
        </p:spPr>
        <p:txBody>
          <a:bodyPr/>
          <a:lstStyle/>
          <a:p>
            <a:r>
              <a:rPr lang="en-US" sz="1200" dirty="0">
                <a:solidFill>
                  <a:schemeClr val="tx1"/>
                </a:solidFill>
                <a:latin typeface="+mj-lt"/>
              </a:rPr>
              <a:t>HS/GED has the highest suicide count by far, followed by Some college, then BA+. </a:t>
            </a:r>
          </a:p>
          <a:p>
            <a:r>
              <a:rPr lang="en-US" sz="1200" dirty="0">
                <a:solidFill>
                  <a:schemeClr val="tx1"/>
                </a:solidFill>
                <a:latin typeface="+mj-lt"/>
              </a:rPr>
              <a:t>Less than HS has the lowest suicide count. </a:t>
            </a:r>
          </a:p>
          <a:p>
            <a:r>
              <a:rPr lang="en-US" sz="1200" dirty="0">
                <a:solidFill>
                  <a:schemeClr val="tx1"/>
                </a:solidFill>
                <a:latin typeface="+mj-lt"/>
              </a:rPr>
              <a:t>Unlike total gun deaths, higher education does not mean fewer suicides. </a:t>
            </a:r>
          </a:p>
          <a:p>
            <a:r>
              <a:rPr lang="en-US" sz="1200" dirty="0">
                <a:solidFill>
                  <a:schemeClr val="tx1"/>
                </a:solidFill>
                <a:latin typeface="+mj-lt"/>
              </a:rPr>
              <a:t>Those with an education level BA+ are still susceptible to firearm deaths, mostly by suicide. This may be due to mental health issue that are not solely based on education level.</a:t>
            </a:r>
          </a:p>
          <a:p>
            <a:r>
              <a:rPr lang="en-US" sz="1200" dirty="0">
                <a:solidFill>
                  <a:schemeClr val="tx1"/>
                </a:solidFill>
                <a:latin typeface="+mj-lt"/>
              </a:rPr>
              <a:t>However, their total number of deaths by suicide is still much lower than the HS/GED education level.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BCFCD66-99F1-6977-EB52-68B2B3E8E714}"/>
              </a:ext>
            </a:extLst>
          </p:cNvPr>
          <p:cNvSpPr txBox="1"/>
          <p:nvPr/>
        </p:nvSpPr>
        <p:spPr>
          <a:xfrm>
            <a:off x="624601" y="3756991"/>
            <a:ext cx="766595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Fig. 8: Suicide Counts With Respect To Education Level</a:t>
            </a:r>
          </a:p>
        </p:txBody>
      </p:sp>
    </p:spTree>
    <p:extLst>
      <p:ext uri="{BB962C8B-B14F-4D97-AF65-F5344CB8AC3E}">
        <p14:creationId xmlns:p14="http://schemas.microsoft.com/office/powerpoint/2010/main" val="127069041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17345A4-AD8B-FC8C-6A3F-33E87C7ED22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97235" y="4268973"/>
            <a:ext cx="7440923" cy="1595113"/>
          </a:xfrm>
          <a:solidFill>
            <a:schemeClr val="bg2"/>
          </a:solidFill>
        </p:spPr>
        <p:txBody>
          <a:bodyPr/>
          <a:lstStyle/>
          <a:p>
            <a:r>
              <a:rPr lang="en-US" sz="1200" dirty="0">
                <a:solidFill>
                  <a:schemeClr val="tx1"/>
                </a:solidFill>
                <a:latin typeface="+mj-lt"/>
              </a:rPr>
              <a:t>HS/GED has the highest homicide count . </a:t>
            </a:r>
          </a:p>
          <a:p>
            <a:r>
              <a:rPr lang="en-US" sz="1200" dirty="0">
                <a:solidFill>
                  <a:schemeClr val="tx1"/>
                </a:solidFill>
                <a:latin typeface="+mj-lt"/>
              </a:rPr>
              <a:t>BA+ has 90% fewer homicides than HS/GED.</a:t>
            </a:r>
          </a:p>
          <a:p>
            <a:r>
              <a:rPr lang="en-US" sz="1200" dirty="0">
                <a:solidFill>
                  <a:schemeClr val="tx1"/>
                </a:solidFill>
                <a:latin typeface="+mj-lt"/>
              </a:rPr>
              <a:t>Clearly shown that higher education = fewer homicide deaths.</a:t>
            </a:r>
          </a:p>
          <a:p>
            <a:r>
              <a:rPr lang="en-US" sz="1200" dirty="0">
                <a:solidFill>
                  <a:schemeClr val="tx1"/>
                </a:solidFill>
                <a:latin typeface="+mj-lt"/>
              </a:rPr>
              <a:t>Less than HS is the only group where homicide exceeds suicide.</a:t>
            </a:r>
          </a:p>
          <a:p>
            <a:r>
              <a:rPr lang="en-US" sz="1200" dirty="0">
                <a:solidFill>
                  <a:schemeClr val="tx1"/>
                </a:solidFill>
                <a:latin typeface="+mj-lt"/>
              </a:rPr>
              <a:t>Education affects suicide and homicide differently: homicide drops sharply whereas suicide drops only modestly.</a:t>
            </a:r>
          </a:p>
          <a:p>
            <a:r>
              <a:rPr lang="en-US" sz="1200" dirty="0">
                <a:solidFill>
                  <a:schemeClr val="tx1"/>
                </a:solidFill>
                <a:latin typeface="+mj-lt"/>
              </a:rPr>
              <a:t>It can be inferred that higher education strongly protects against homicide but only weakly protects against suicide.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1198ACF-68B7-FCB3-1779-86096110065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37322" y="573709"/>
            <a:ext cx="6453371" cy="476034"/>
          </a:xfrm>
        </p:spPr>
        <p:txBody>
          <a:bodyPr/>
          <a:lstStyle/>
          <a:p>
            <a:r>
              <a:rPr lang="en-US" dirty="0">
                <a:latin typeface="+mj-lt"/>
              </a:rPr>
              <a:t>INSIGHTS FROM THE DATA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F1796DA4-F8FB-08A9-3E5C-2E0C50A66D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7237" y="1353607"/>
            <a:ext cx="7440923" cy="2387062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94A2F556-CE7D-B813-6EAB-48CF247E8E2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54320"/>
          <a:stretch>
            <a:fillRect/>
          </a:stretch>
        </p:blipFill>
        <p:spPr>
          <a:xfrm>
            <a:off x="4954172" y="1300355"/>
            <a:ext cx="2547971" cy="795432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D6C89F7-6B23-B0FF-6A63-2D75CE9624DD}"/>
              </a:ext>
            </a:extLst>
          </p:cNvPr>
          <p:cNvSpPr txBox="1"/>
          <p:nvPr/>
        </p:nvSpPr>
        <p:spPr>
          <a:xfrm>
            <a:off x="697236" y="3866322"/>
            <a:ext cx="744092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Fig. 9: Homicide Count With Respect To Education Level</a:t>
            </a:r>
          </a:p>
        </p:txBody>
      </p:sp>
    </p:spTree>
    <p:extLst>
      <p:ext uri="{BB962C8B-B14F-4D97-AF65-F5344CB8AC3E}">
        <p14:creationId xmlns:p14="http://schemas.microsoft.com/office/powerpoint/2010/main" val="43182980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ABFB3494-E508-EAC5-B71C-2F71956EC3B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78645" y="3941163"/>
            <a:ext cx="7687322" cy="1823533"/>
          </a:xfrm>
          <a:solidFill>
            <a:schemeClr val="bg2"/>
          </a:solidFill>
        </p:spPr>
        <p:txBody>
          <a:bodyPr/>
          <a:lstStyle/>
          <a:p>
            <a:pPr marL="173736" indent="-173736" algn="just">
              <a:spcBef>
                <a:spcPts val="600"/>
              </a:spcBef>
            </a:pPr>
            <a:r>
              <a:rPr lang="en-US" sz="1100" dirty="0">
                <a:solidFill>
                  <a:schemeClr val="tx1"/>
                </a:solidFill>
                <a:latin typeface="+mj-lt"/>
              </a:rPr>
              <a:t>Although the analysis showed important links, the education level categories may hide socioeconomic factors.</a:t>
            </a:r>
          </a:p>
          <a:p>
            <a:pPr marL="173736" indent="-173736" algn="just">
              <a:spcBef>
                <a:spcPts val="600"/>
              </a:spcBef>
            </a:pPr>
            <a:r>
              <a:rPr lang="en-US" sz="1100" dirty="0">
                <a:solidFill>
                  <a:schemeClr val="tx1"/>
                </a:solidFill>
                <a:latin typeface="+mj-lt"/>
              </a:rPr>
              <a:t>The dataset does not consider variables such as mental health history or economic conditions.</a:t>
            </a:r>
          </a:p>
          <a:p>
            <a:pPr marL="173736" indent="-173736" algn="just">
              <a:spcBef>
                <a:spcPts val="600"/>
              </a:spcBef>
            </a:pPr>
            <a:r>
              <a:rPr lang="en-US" sz="1100" dirty="0">
                <a:solidFill>
                  <a:schemeClr val="tx1"/>
                </a:solidFill>
                <a:latin typeface="+mj-lt"/>
              </a:rPr>
              <a:t>The data is limited and findings may not generalize to other populations or geographic regions.</a:t>
            </a:r>
          </a:p>
          <a:p>
            <a:pPr marL="173736" indent="-173736" algn="just">
              <a:spcBef>
                <a:spcPts val="600"/>
              </a:spcBef>
            </a:pPr>
            <a:r>
              <a:rPr lang="en-US" sz="1100" dirty="0">
                <a:solidFill>
                  <a:schemeClr val="tx1"/>
                </a:solidFill>
                <a:latin typeface="+mj-lt"/>
              </a:rPr>
              <a:t>In future, the data may be expanded to include additional years, states and more records to populate the dataset further.</a:t>
            </a:r>
          </a:p>
          <a:p>
            <a:pPr marL="173736" indent="-173736" algn="just">
              <a:spcBef>
                <a:spcPts val="600"/>
              </a:spcBef>
            </a:pPr>
            <a:r>
              <a:rPr lang="en-US" sz="1100" dirty="0">
                <a:solidFill>
                  <a:schemeClr val="tx1"/>
                </a:solidFill>
                <a:latin typeface="+mj-lt"/>
              </a:rPr>
              <a:t>The attributes such as gun ownership rates, mental health resources, employability and poverty rates may be added.</a:t>
            </a:r>
          </a:p>
          <a:p>
            <a:pPr marL="173736" indent="-173736" algn="just">
              <a:spcBef>
                <a:spcPts val="600"/>
              </a:spcBef>
            </a:pPr>
            <a:r>
              <a:rPr lang="en-US" sz="1100" dirty="0">
                <a:solidFill>
                  <a:schemeClr val="tx1"/>
                </a:solidFill>
                <a:latin typeface="+mj-lt"/>
              </a:rPr>
              <a:t>The queries may also be performed to investigate other relationships such as education and age, education and gender and death and location of death for clearer insights.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C1AC73-3934-57BB-C0E1-401683E3BA2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78645" y="573709"/>
            <a:ext cx="6571964" cy="476034"/>
          </a:xfrm>
        </p:spPr>
        <p:txBody>
          <a:bodyPr/>
          <a:lstStyle/>
          <a:p>
            <a:r>
              <a:rPr lang="en-US" dirty="0">
                <a:latin typeface="+mj-lt"/>
                <a:ea typeface="Calibri" pitchFamily="34" charset="-122"/>
                <a:cs typeface="Calibri" pitchFamily="34" charset="-120"/>
              </a:rPr>
              <a:t>CONCLUDING REMARKS</a:t>
            </a:r>
            <a:endParaRPr lang="en-US" dirty="0">
              <a:latin typeface="+mj-lt"/>
            </a:endParaRPr>
          </a:p>
          <a:p>
            <a:endParaRPr lang="en-US" sz="1000" dirty="0">
              <a:latin typeface="+mj-lt"/>
            </a:endParaRPr>
          </a:p>
        </p:txBody>
      </p:sp>
      <p:sp>
        <p:nvSpPr>
          <p:cNvPr id="7" name="Text Placeholder 1">
            <a:extLst>
              <a:ext uri="{FF2B5EF4-FFF2-40B4-BE49-F238E27FC236}">
                <a16:creationId xmlns:a16="http://schemas.microsoft.com/office/drawing/2014/main" id="{4054C2F9-33F3-DA40-90E4-650802D53D38}"/>
              </a:ext>
            </a:extLst>
          </p:cNvPr>
          <p:cNvSpPr txBox="1">
            <a:spLocks/>
          </p:cNvSpPr>
          <p:nvPr/>
        </p:nvSpPr>
        <p:spPr>
          <a:xfrm>
            <a:off x="578645" y="1215659"/>
            <a:ext cx="4636008" cy="2213341"/>
          </a:xfrm>
          <a:prstGeom prst="rect">
            <a:avLst/>
          </a:prstGeom>
          <a:solidFill>
            <a:schemeClr val="bg2"/>
          </a:solidFill>
        </p:spPr>
        <p:txBody>
          <a:bodyPr>
            <a:noAutofit/>
          </a:bodyPr>
          <a:lstStyle>
            <a:lvl1pPr marL="285750" indent="-28575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charset="0"/>
              <a:buChar char="•"/>
              <a:defRPr sz="1600" b="0" i="0" kern="1200" spc="0"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charset="0"/>
                <a:ea typeface="Arial" charset="0"/>
                <a:cs typeface="Arial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3736" indent="-173736" algn="just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There appears to be a significant link between education and gun deaths. </a:t>
            </a:r>
          </a:p>
          <a:p>
            <a:pPr marL="173736" indent="-173736" algn="just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Lower levels of educational attainment are associated with higher gun death rates. </a:t>
            </a:r>
          </a:p>
          <a:p>
            <a:pPr marL="173736" indent="-173736" algn="just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Individuals in the HS/GED group was found to have highest number of firearm deaths.</a:t>
            </a:r>
          </a:p>
          <a:p>
            <a:pPr marL="171450" indent="-171450" algn="just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Gun deaths appeared most prevalent in suicide cases.</a:t>
            </a:r>
          </a:p>
          <a:p>
            <a:pPr marL="171450" indent="-171450" algn="just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Homicide is the second most common cause of firearm deaths.</a:t>
            </a:r>
          </a:p>
          <a:p>
            <a:pPr marL="173736" indent="-173736" algn="just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The analysis showed that higher-educated groups are more susceptible to firearm death related to suicide than homicide.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8DE7A10-9B98-ED4A-3D7E-9D1B6688E291}"/>
              </a:ext>
            </a:extLst>
          </p:cNvPr>
          <p:cNvSpPr txBox="1"/>
          <p:nvPr/>
        </p:nvSpPr>
        <p:spPr>
          <a:xfrm>
            <a:off x="5317437" y="1182516"/>
            <a:ext cx="2892285" cy="2287806"/>
          </a:xfrm>
          <a:prstGeom prst="rect">
            <a:avLst/>
          </a:prstGeom>
          <a:solidFill>
            <a:schemeClr val="bg2"/>
          </a:solidFill>
        </p:spPr>
        <p:txBody>
          <a:bodyPr wrap="square">
            <a:spAutoFit/>
          </a:bodyPr>
          <a:lstStyle/>
          <a:p>
            <a:pPr marL="173736" indent="-173736" algn="just">
              <a:spcBef>
                <a:spcPts val="800"/>
              </a:spcBef>
              <a:buFont typeface="Arial" panose="020B0604020202020204" pitchFamily="34" charset="0"/>
              <a:buChar char="•"/>
            </a:pPr>
            <a:r>
              <a:rPr lang="en-US" sz="1100" dirty="0"/>
              <a:t>Homicide was more prevalent in lower-educated groups. It was fewer among the BA+ education level demographics.</a:t>
            </a:r>
          </a:p>
          <a:p>
            <a:pPr marL="171450" indent="-171450" algn="just">
              <a:spcBef>
                <a:spcPts val="800"/>
              </a:spcBef>
              <a:buFont typeface="Arial" panose="020B0604020202020204" pitchFamily="34" charset="0"/>
              <a:buChar char="•"/>
            </a:pPr>
            <a:r>
              <a:rPr lang="en-US" sz="1100" dirty="0"/>
              <a:t>The data lake architecture scaled effectively for 100798 records without performance issues. </a:t>
            </a:r>
          </a:p>
          <a:p>
            <a:pPr marL="171450" indent="-171450" algn="just"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sz="1100" dirty="0"/>
              <a:t>It indicated that the chosen system was highly suitable for handling this dataset.</a:t>
            </a:r>
          </a:p>
          <a:p>
            <a:pPr marL="171450" indent="-171450" algn="just">
              <a:spcBef>
                <a:spcPts val="800"/>
              </a:spcBef>
              <a:buFont typeface="Arial" panose="020B0604020202020204" pitchFamily="34" charset="0"/>
              <a:buChar char="•"/>
            </a:pPr>
            <a:r>
              <a:rPr lang="en-US" sz="1100" dirty="0"/>
              <a:t>It also demonstrated that the solution can support larger datasets and future expansion.</a:t>
            </a:r>
          </a:p>
        </p:txBody>
      </p:sp>
    </p:spTree>
    <p:extLst>
      <p:ext uri="{BB962C8B-B14F-4D97-AF65-F5344CB8AC3E}">
        <p14:creationId xmlns:p14="http://schemas.microsoft.com/office/powerpoint/2010/main" val="16699025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C7F1B42-7038-863F-AC7C-9FA4622C5F0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92685" y="1291890"/>
            <a:ext cx="7500339" cy="4274219"/>
          </a:xfrm>
        </p:spPr>
        <p:txBody>
          <a:bodyPr/>
          <a:lstStyle/>
          <a:p>
            <a:pPr algn="just">
              <a:spcBef>
                <a:spcPts val="600"/>
              </a:spcBef>
              <a:buFont typeface="+mj-lt"/>
              <a:buAutoNum type="arabicPeriod"/>
            </a:pPr>
            <a:r>
              <a:rPr lang="en-US" sz="1000" dirty="0">
                <a:solidFill>
                  <a:schemeClr val="tx1"/>
                </a:solidFill>
              </a:rPr>
              <a:t>B. </a:t>
            </a:r>
            <a:r>
              <a:rPr lang="en-US" sz="1000" dirty="0" err="1">
                <a:solidFill>
                  <a:schemeClr val="tx1"/>
                </a:solidFill>
              </a:rPr>
              <a:t>Kalesan</a:t>
            </a:r>
            <a:r>
              <a:rPr lang="en-US" sz="1000" dirty="0">
                <a:solidFill>
                  <a:schemeClr val="tx1"/>
                </a:solidFill>
              </a:rPr>
              <a:t> and S. Galea, "Patterns of gun deaths across US counties 1999-2013," </a:t>
            </a:r>
            <a:r>
              <a:rPr lang="en-US" sz="1000" i="1" dirty="0">
                <a:solidFill>
                  <a:schemeClr val="tx1"/>
                </a:solidFill>
              </a:rPr>
              <a:t>Ann. Epidemiol.</a:t>
            </a:r>
            <a:r>
              <a:rPr lang="en-US" sz="1000" dirty="0">
                <a:solidFill>
                  <a:schemeClr val="tx1"/>
                </a:solidFill>
              </a:rPr>
              <a:t>, vol. 27, no. 5, pp. 302–307.e3, May 2017, </a:t>
            </a:r>
            <a:r>
              <a:rPr lang="en-US" sz="1000" dirty="0" err="1">
                <a:solidFill>
                  <a:schemeClr val="tx1"/>
                </a:solidFill>
              </a:rPr>
              <a:t>doi</a:t>
            </a:r>
            <a:r>
              <a:rPr lang="en-US" sz="1000" dirty="0">
                <a:solidFill>
                  <a:schemeClr val="tx1"/>
                </a:solidFill>
              </a:rPr>
              <a:t>: 10.1016/j.annepidem.2017.04.004. </a:t>
            </a:r>
            <a:r>
              <a:rPr lang="en-US" sz="1000" dirty="0">
                <a:solidFill>
                  <a:schemeClr val="tx1"/>
                </a:solidFill>
                <a:hlinkClick r:id="rId2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[1]</a:t>
            </a:r>
            <a:endParaRPr lang="en-US" sz="1000" dirty="0">
              <a:solidFill>
                <a:schemeClr val="tx1"/>
              </a:solidFill>
            </a:endParaRPr>
          </a:p>
          <a:p>
            <a:pPr algn="just">
              <a:spcBef>
                <a:spcPts val="600"/>
              </a:spcBef>
              <a:buFont typeface="+mj-lt"/>
              <a:buAutoNum type="arabicPeriod"/>
            </a:pPr>
            <a:r>
              <a:rPr lang="en-US" sz="1000" dirty="0">
                <a:solidFill>
                  <a:schemeClr val="tx1"/>
                </a:solidFill>
              </a:rPr>
              <a:t>A. J. Dare et al., "Geospatial, racial, and educational variation in firearm mortality in the USA, Mexico, Brazil, and Colombia, 1990-2015: A comparative analysis of vital statistics data," </a:t>
            </a:r>
            <a:r>
              <a:rPr lang="en-US" sz="1000" i="1" dirty="0">
                <a:solidFill>
                  <a:schemeClr val="tx1"/>
                </a:solidFill>
              </a:rPr>
              <a:t>Lancet Public Health</a:t>
            </a:r>
            <a:r>
              <a:rPr lang="en-US" sz="1000" dirty="0">
                <a:solidFill>
                  <a:schemeClr val="tx1"/>
                </a:solidFill>
              </a:rPr>
              <a:t>, vol. 4, no. 6, pp. e281–e290, Jun. 2019, </a:t>
            </a:r>
            <a:r>
              <a:rPr lang="en-US" sz="1000" dirty="0" err="1">
                <a:solidFill>
                  <a:schemeClr val="tx1"/>
                </a:solidFill>
              </a:rPr>
              <a:t>doi</a:t>
            </a:r>
            <a:r>
              <a:rPr lang="en-US" sz="1000" dirty="0">
                <a:solidFill>
                  <a:schemeClr val="tx1"/>
                </a:solidFill>
              </a:rPr>
              <a:t>: 10.1016/S2468-2667(19)30018-0. </a:t>
            </a:r>
            <a:r>
              <a:rPr lang="en-US" sz="1000" dirty="0">
                <a:solidFill>
                  <a:schemeClr val="tx1"/>
                </a:solidFill>
                <a:hlinkClick r:id="rId2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[2]</a:t>
            </a:r>
            <a:endParaRPr lang="en-US" sz="1000" dirty="0">
              <a:solidFill>
                <a:schemeClr val="tx1"/>
              </a:solidFill>
            </a:endParaRPr>
          </a:p>
          <a:p>
            <a:pPr algn="just">
              <a:spcBef>
                <a:spcPts val="600"/>
              </a:spcBef>
              <a:buFont typeface="+mj-lt"/>
              <a:buAutoNum type="arabicPeriod"/>
            </a:pPr>
            <a:r>
              <a:rPr lang="en-US" sz="1000" dirty="0">
                <a:solidFill>
                  <a:schemeClr val="tx1"/>
                </a:solidFill>
              </a:rPr>
              <a:t>P. Jha, interview by H. Singer, "Why young men die," </a:t>
            </a:r>
            <a:r>
              <a:rPr lang="en-US" sz="1000" i="1" dirty="0">
                <a:solidFill>
                  <a:schemeClr val="tx1"/>
                </a:solidFill>
              </a:rPr>
              <a:t>Dalla Lana School of Public Health</a:t>
            </a:r>
            <a:r>
              <a:rPr lang="en-US" sz="1000" dirty="0">
                <a:solidFill>
                  <a:schemeClr val="tx1"/>
                </a:solidFill>
              </a:rPr>
              <a:t>, </a:t>
            </a:r>
            <a:r>
              <a:rPr lang="en-US" sz="1000" dirty="0" err="1">
                <a:solidFill>
                  <a:schemeClr val="tx1"/>
                </a:solidFill>
              </a:rPr>
              <a:t>University</a:t>
            </a:r>
            <a:r>
              <a:rPr lang="en-US" sz="1000" dirty="0" err="1">
                <a:solidFill>
                  <a:schemeClr val="tx1"/>
                </a:solidFill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Slide</a:t>
            </a:r>
            <a:r>
              <a:rPr lang="en-US" sz="1000" dirty="0">
                <a:solidFill>
                  <a:schemeClr val="tx1"/>
                </a:solidFill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9</a:t>
            </a:r>
            <a:r>
              <a:rPr lang="en-US" sz="1000" dirty="0">
                <a:solidFill>
                  <a:schemeClr val="tx1"/>
                </a:solidFill>
              </a:rPr>
              <a:t> of Toronto, May 22, 2019. [Online]. Available: </a:t>
            </a:r>
            <a:r>
              <a:rPr lang="en-US" sz="1000" dirty="0">
                <a:solidFill>
                  <a:schemeClr val="tx1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https://www.dlsph.utoronto.ca/2019/05/22/why-young-men-die/</a:t>
            </a:r>
            <a:r>
              <a:rPr lang="en-US" sz="1000" dirty="0">
                <a:solidFill>
                  <a:schemeClr val="tx1"/>
                </a:solidFill>
              </a:rPr>
              <a:t>. </a:t>
            </a:r>
            <a:r>
              <a:rPr lang="en-US" sz="1000" dirty="0">
                <a:solidFill>
                  <a:schemeClr val="tx1"/>
                </a:solidFill>
                <a:hlinkClick r:id="rId2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[3]</a:t>
            </a:r>
            <a:endParaRPr lang="en-US" sz="1000" dirty="0">
              <a:solidFill>
                <a:schemeClr val="tx1"/>
              </a:solidFill>
            </a:endParaRPr>
          </a:p>
          <a:p>
            <a:pPr algn="just">
              <a:spcBef>
                <a:spcPts val="600"/>
              </a:spcBef>
              <a:buFont typeface="+mj-lt"/>
              <a:buAutoNum type="arabicPeriod"/>
            </a:pPr>
            <a:r>
              <a:rPr lang="en-US" sz="1000" dirty="0">
                <a:solidFill>
                  <a:schemeClr val="tx1"/>
                </a:solidFill>
              </a:rPr>
              <a:t>A. J. </a:t>
            </a:r>
            <a:r>
              <a:rPr lang="en-US" sz="1000" dirty="0" err="1">
                <a:solidFill>
                  <a:schemeClr val="tx1"/>
                </a:solidFill>
              </a:rPr>
              <a:t>Kposowa</a:t>
            </a:r>
            <a:r>
              <a:rPr lang="en-US" sz="1000" dirty="0">
                <a:solidFill>
                  <a:schemeClr val="tx1"/>
                </a:solidFill>
              </a:rPr>
              <a:t>, "Association of suicide rates, gun ownership, conservatism and individual suicide risk," </a:t>
            </a:r>
            <a:r>
              <a:rPr lang="en-US" sz="1000" i="1" dirty="0">
                <a:solidFill>
                  <a:schemeClr val="tx1"/>
                </a:solidFill>
              </a:rPr>
              <a:t>Soc. Psychiatry </a:t>
            </a:r>
            <a:r>
              <a:rPr lang="en-US" sz="1000" i="1" dirty="0" err="1">
                <a:solidFill>
                  <a:schemeClr val="tx1"/>
                </a:solidFill>
              </a:rPr>
              <a:t>Psychiatr</a:t>
            </a:r>
            <a:r>
              <a:rPr lang="en-US" sz="1000" i="1" dirty="0">
                <a:solidFill>
                  <a:schemeClr val="tx1"/>
                </a:solidFill>
              </a:rPr>
              <a:t>. Epidemiol.</a:t>
            </a:r>
            <a:r>
              <a:rPr lang="en-US" sz="1000" dirty="0">
                <a:solidFill>
                  <a:schemeClr val="tx1"/>
                </a:solidFill>
              </a:rPr>
              <a:t>, vol. 48, no. 9, pp. 1467–1479, Sep. 2013, </a:t>
            </a:r>
            <a:r>
              <a:rPr lang="en-US" sz="1000" dirty="0" err="1">
                <a:solidFill>
                  <a:schemeClr val="tx1"/>
                </a:solidFill>
              </a:rPr>
              <a:t>doi</a:t>
            </a:r>
            <a:r>
              <a:rPr lang="en-US" sz="1000" dirty="0">
                <a:solidFill>
                  <a:schemeClr val="tx1"/>
                </a:solidFill>
              </a:rPr>
              <a:t>: 10.1007/s00127-013-0664-4. </a:t>
            </a:r>
            <a:r>
              <a:rPr lang="en-US" sz="1000" dirty="0">
                <a:solidFill>
                  <a:schemeClr val="tx1"/>
                </a:solidFill>
                <a:hlinkClick r:id="rId2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[4]</a:t>
            </a:r>
            <a:endParaRPr lang="en-US" sz="1000" dirty="0">
              <a:solidFill>
                <a:schemeClr val="tx1"/>
              </a:solidFill>
            </a:endParaRPr>
          </a:p>
          <a:p>
            <a:pPr algn="just">
              <a:spcBef>
                <a:spcPts val="600"/>
              </a:spcBef>
              <a:buFont typeface="+mj-lt"/>
              <a:buAutoNum type="arabicPeriod"/>
            </a:pPr>
            <a:r>
              <a:rPr lang="en-US" sz="1000" dirty="0">
                <a:solidFill>
                  <a:schemeClr val="tx1"/>
                </a:solidFill>
              </a:rPr>
              <a:t>M. Ahmed, "Gun Deaths in America - CDC," </a:t>
            </a:r>
            <a:r>
              <a:rPr lang="en-US" sz="1000" i="1" dirty="0">
                <a:solidFill>
                  <a:schemeClr val="tx1"/>
                </a:solidFill>
              </a:rPr>
              <a:t>Kaggle</a:t>
            </a:r>
            <a:r>
              <a:rPr lang="en-US" sz="1000" dirty="0">
                <a:solidFill>
                  <a:schemeClr val="tx1"/>
                </a:solidFill>
              </a:rPr>
              <a:t>. 2023. [Online]. Available: </a:t>
            </a:r>
            <a:r>
              <a:rPr lang="en-US" sz="1000" dirty="0">
                <a:solidFill>
                  <a:schemeClr val="tx1"/>
                </a:solidFill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https://www.kaggle.com/datasets/maso0dahmed/gun-deaths-in-america-cdc</a:t>
            </a:r>
            <a:r>
              <a:rPr lang="en-US" sz="1000" dirty="0">
                <a:solidFill>
                  <a:schemeClr val="tx1"/>
                </a:solidFill>
              </a:rPr>
              <a:t>. </a:t>
            </a:r>
            <a:r>
              <a:rPr lang="en-US" sz="1000" dirty="0">
                <a:solidFill>
                  <a:schemeClr val="tx1"/>
                </a:solidFill>
                <a:hlinkClick r:id="rId6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[5]</a:t>
            </a:r>
            <a:endParaRPr lang="en-US" sz="1000" dirty="0">
              <a:solidFill>
                <a:schemeClr val="tx1"/>
              </a:solidFill>
            </a:endParaRPr>
          </a:p>
          <a:p>
            <a:pPr algn="just">
              <a:spcBef>
                <a:spcPts val="600"/>
              </a:spcBef>
              <a:buFont typeface="+mj-lt"/>
              <a:buAutoNum type="arabicPeriod"/>
            </a:pPr>
            <a:r>
              <a:rPr lang="en-US" sz="1000" dirty="0">
                <a:solidFill>
                  <a:schemeClr val="tx1"/>
                </a:solidFill>
              </a:rPr>
              <a:t>Z. Cheng, Z. Luan, Y. Meng, Y. Xu, D. Qian, A. Roy, N. Zhang, and G. Guan, "ERMS: An Elastic Replication Management System for HDFS," in </a:t>
            </a:r>
            <a:r>
              <a:rPr lang="en-US" sz="1000" i="1" dirty="0">
                <a:solidFill>
                  <a:schemeClr val="tx1"/>
                </a:solidFill>
              </a:rPr>
              <a:t>2012 IEEE International Conference on Cluster Computing Workshops</a:t>
            </a:r>
            <a:r>
              <a:rPr lang="en-US" sz="1000" dirty="0">
                <a:solidFill>
                  <a:schemeClr val="tx1"/>
                </a:solidFill>
              </a:rPr>
              <a:t>, 2012, pp. 32-38, </a:t>
            </a:r>
            <a:r>
              <a:rPr lang="en-US" sz="1000" dirty="0" err="1">
                <a:solidFill>
                  <a:schemeClr val="tx1"/>
                </a:solidFill>
              </a:rPr>
              <a:t>doi</a:t>
            </a:r>
            <a:r>
              <a:rPr lang="en-US" sz="1000" dirty="0">
                <a:solidFill>
                  <a:schemeClr val="tx1"/>
                </a:solidFill>
              </a:rPr>
              <a:t>: 10.1109/ClusterW.2012.25. </a:t>
            </a:r>
            <a:r>
              <a:rPr lang="en-US" sz="1000" dirty="0">
                <a:solidFill>
                  <a:schemeClr val="tx1"/>
                </a:solidFill>
                <a:hlinkClick r:id="rId7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[6]</a:t>
            </a:r>
            <a:endParaRPr lang="en-US" sz="1000" dirty="0">
              <a:solidFill>
                <a:schemeClr val="tx1"/>
              </a:solidFill>
            </a:endParaRPr>
          </a:p>
          <a:p>
            <a:pPr algn="just">
              <a:spcBef>
                <a:spcPts val="600"/>
              </a:spcBef>
              <a:buFont typeface="+mj-lt"/>
              <a:buAutoNum type="arabicPeriod"/>
            </a:pPr>
            <a:r>
              <a:rPr lang="en-US" sz="1000" dirty="0">
                <a:solidFill>
                  <a:schemeClr val="tx1"/>
                </a:solidFill>
              </a:rPr>
              <a:t>K. </a:t>
            </a:r>
            <a:r>
              <a:rPr lang="en-US" sz="1000" dirty="0" err="1">
                <a:solidFill>
                  <a:schemeClr val="tx1"/>
                </a:solidFill>
              </a:rPr>
              <a:t>Shvachko</a:t>
            </a:r>
            <a:r>
              <a:rPr lang="en-US" sz="1000" dirty="0">
                <a:solidFill>
                  <a:schemeClr val="tx1"/>
                </a:solidFill>
              </a:rPr>
              <a:t>, H. Kuang, S. Radia, and R. Chansler, "The Hadoop Distributed File System," in </a:t>
            </a:r>
            <a:r>
              <a:rPr lang="en-US" sz="1000" i="1" dirty="0">
                <a:solidFill>
                  <a:schemeClr val="tx1"/>
                </a:solidFill>
              </a:rPr>
              <a:t>Proc. 26th IEEE Symp. Mass Storage Syst. Technol. (MSST)</a:t>
            </a:r>
            <a:r>
              <a:rPr lang="en-US" sz="1000" dirty="0">
                <a:solidFill>
                  <a:schemeClr val="tx1"/>
                </a:solidFill>
              </a:rPr>
              <a:t>, Incline Village, NV, USA, May 2010, pp. 1–10, </a:t>
            </a:r>
            <a:r>
              <a:rPr lang="en-US" sz="1000" dirty="0" err="1">
                <a:solidFill>
                  <a:schemeClr val="tx1"/>
                </a:solidFill>
              </a:rPr>
              <a:t>doi</a:t>
            </a:r>
            <a:r>
              <a:rPr lang="en-US" sz="1000" dirty="0">
                <a:solidFill>
                  <a:schemeClr val="tx1"/>
                </a:solidFill>
              </a:rPr>
              <a:t>: 10.1109/MSST.2010.5496972. </a:t>
            </a:r>
            <a:r>
              <a:rPr lang="en-US" sz="1000" dirty="0">
                <a:solidFill>
                  <a:schemeClr val="tx1"/>
                </a:solidFill>
                <a:hlinkClick r:id="rId7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[7]</a:t>
            </a:r>
            <a:endParaRPr lang="en-US" sz="1000" dirty="0">
              <a:solidFill>
                <a:schemeClr val="tx1"/>
              </a:solidFill>
            </a:endParaRPr>
          </a:p>
          <a:p>
            <a:pPr algn="just">
              <a:spcBef>
                <a:spcPts val="600"/>
              </a:spcBef>
              <a:buFont typeface="+mj-lt"/>
              <a:buAutoNum type="arabicPeriod"/>
            </a:pPr>
            <a:r>
              <a:rPr lang="en-US" sz="1000" dirty="0">
                <a:solidFill>
                  <a:schemeClr val="tx1"/>
                </a:solidFill>
              </a:rPr>
              <a:t>The Apache Software Foundation, "Apache Zeppelin," </a:t>
            </a:r>
            <a:r>
              <a:rPr lang="en-US" sz="1000" i="1" dirty="0">
                <a:solidFill>
                  <a:schemeClr val="tx1"/>
                </a:solidFill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zeppelin.apache.org</a:t>
            </a:r>
            <a:r>
              <a:rPr lang="en-US" sz="1000" dirty="0">
                <a:solidFill>
                  <a:schemeClr val="tx1"/>
                </a:solidFill>
              </a:rPr>
              <a:t>. [Online]. Available: </a:t>
            </a:r>
            <a:r>
              <a:rPr lang="en-US" sz="1000" dirty="0">
                <a:solidFill>
                  <a:schemeClr val="tx1"/>
                </a:solidFill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https://zeppelin.apache.org/</a:t>
            </a:r>
            <a:r>
              <a:rPr lang="en-US" sz="1000" dirty="0">
                <a:solidFill>
                  <a:schemeClr val="tx1"/>
                </a:solidFill>
              </a:rPr>
              <a:t>. </a:t>
            </a:r>
            <a:r>
              <a:rPr lang="en-US" sz="1000" dirty="0">
                <a:solidFill>
                  <a:schemeClr val="tx1"/>
                </a:solidFill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[8]</a:t>
            </a:r>
            <a:endParaRPr lang="en-US" sz="1000" dirty="0">
              <a:solidFill>
                <a:schemeClr val="tx1"/>
              </a:solidFill>
            </a:endParaRPr>
          </a:p>
          <a:p>
            <a:pPr algn="just">
              <a:spcBef>
                <a:spcPts val="600"/>
              </a:spcBef>
              <a:buFont typeface="+mj-lt"/>
              <a:buAutoNum type="arabicPeriod"/>
            </a:pPr>
            <a:r>
              <a:rPr lang="en-US" sz="1000" dirty="0">
                <a:solidFill>
                  <a:schemeClr val="tx1"/>
                </a:solidFill>
              </a:rPr>
              <a:t>Liu, F. C., Sun, Y., Sun, A. Y., &amp; Xu, W. (2018). "Integrated HPC Scheduler Data Processing Workflow using Apache Zeppelin." </a:t>
            </a:r>
            <a:r>
              <a:rPr lang="en-US" sz="1000" i="1" dirty="0">
                <a:solidFill>
                  <a:schemeClr val="tx1"/>
                </a:solidFill>
              </a:rPr>
              <a:t>IEEE International Conference on Big Data (Big Data 2018)</a:t>
            </a:r>
            <a:r>
              <a:rPr lang="en-US" sz="1000" dirty="0">
                <a:solidFill>
                  <a:schemeClr val="tx1"/>
                </a:solidFill>
              </a:rPr>
              <a:t>, pp. 4254-4260. IEEE.</a:t>
            </a:r>
            <a:r>
              <a:rPr lang="en-US" sz="1000" dirty="0">
                <a:solidFill>
                  <a:schemeClr val="tx1"/>
                </a:solidFill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[9]</a:t>
            </a:r>
            <a:endParaRPr lang="en-US" sz="1000" dirty="0">
              <a:solidFill>
                <a:schemeClr val="tx1"/>
              </a:solidFill>
            </a:endParaRPr>
          </a:p>
          <a:p>
            <a:pPr algn="just">
              <a:spcBef>
                <a:spcPts val="600"/>
              </a:spcBef>
              <a:buFont typeface="+mj-lt"/>
              <a:buAutoNum type="arabicPeriod"/>
            </a:pPr>
            <a:r>
              <a:rPr lang="en-US" sz="1000" dirty="0">
                <a:solidFill>
                  <a:schemeClr val="tx1"/>
                </a:solidFill>
              </a:rPr>
              <a:t>H. Ben Hamadou, T. B. Pedersen, and C. Thomsen, “The Danish National Energy Data Lake: Requirements, Technical Architecture, and Tool Selection,” in Proceedings of the 2020 IEEE International Conference on Big Data (Big Data), 2020, Art. no. 9378368, </a:t>
            </a:r>
            <a:r>
              <a:rPr lang="en-US" sz="1000" dirty="0" err="1">
                <a:solidFill>
                  <a:schemeClr val="tx1"/>
                </a:solidFill>
              </a:rPr>
              <a:t>doi</a:t>
            </a:r>
            <a:r>
              <a:rPr lang="en-US" sz="1000" dirty="0">
                <a:solidFill>
                  <a:schemeClr val="tx1"/>
                </a:solidFill>
              </a:rPr>
              <a:t>: 10.1109/BigData50022.2020.9378368.</a:t>
            </a:r>
            <a:r>
              <a:rPr lang="en-US" sz="1000" dirty="0">
                <a:solidFill>
                  <a:schemeClr val="tx1"/>
                </a:solidFill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[10]</a:t>
            </a:r>
            <a:endParaRPr lang="en-US" sz="1000" dirty="0">
              <a:solidFill>
                <a:schemeClr val="tx1"/>
              </a:solidFill>
            </a:endParaRPr>
          </a:p>
          <a:p>
            <a:pPr algn="just">
              <a:spcBef>
                <a:spcPts val="600"/>
              </a:spcBef>
              <a:buFont typeface="+mj-lt"/>
              <a:buAutoNum type="arabicPeriod"/>
            </a:pPr>
            <a:endParaRPr lang="en-US" sz="1000" dirty="0">
              <a:solidFill>
                <a:schemeClr val="tx1"/>
              </a:solidFill>
            </a:endParaRPr>
          </a:p>
          <a:p>
            <a:pPr algn="just">
              <a:spcBef>
                <a:spcPts val="600"/>
              </a:spcBef>
              <a:buFont typeface="+mj-lt"/>
              <a:buAutoNum type="arabicPeriod"/>
            </a:pPr>
            <a:endParaRPr lang="en-US" sz="1000" dirty="0">
              <a:solidFill>
                <a:schemeClr val="tx1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BCBFCCF-A52C-2A50-981C-BD9AF47FB37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REFERENCES</a:t>
            </a:r>
          </a:p>
        </p:txBody>
      </p:sp>
    </p:spTree>
    <p:extLst>
      <p:ext uri="{BB962C8B-B14F-4D97-AF65-F5344CB8AC3E}">
        <p14:creationId xmlns:p14="http://schemas.microsoft.com/office/powerpoint/2010/main" val="399139236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C62C0F-A4EC-EB16-463C-60EC23089AD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RECORDED DEMONSTRATION</a:t>
            </a:r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01A37D34-E617-7719-8A4C-AFD5548CAB26}"/>
              </a:ext>
            </a:extLst>
          </p:cNvPr>
          <p:cNvSpPr txBox="1">
            <a:spLocks/>
          </p:cNvSpPr>
          <p:nvPr/>
        </p:nvSpPr>
        <p:spPr>
          <a:xfrm>
            <a:off x="805069" y="1838740"/>
            <a:ext cx="7116417" cy="626164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i="0" kern="1200" spc="-100" baseline="0">
                <a:solidFill>
                  <a:srgbClr val="3D0029"/>
                </a:solidFill>
                <a:latin typeface="Arial" charset="0"/>
                <a:ea typeface="Arial" charset="0"/>
                <a:cs typeface="Arial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AA9B1B7C-1684-F119-5AA5-77AE34B7C78C}"/>
              </a:ext>
            </a:extLst>
          </p:cNvPr>
          <p:cNvSpPr txBox="1">
            <a:spLocks/>
          </p:cNvSpPr>
          <p:nvPr/>
        </p:nvSpPr>
        <p:spPr>
          <a:xfrm>
            <a:off x="2303303" y="2755806"/>
            <a:ext cx="4300698" cy="99619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i="0" kern="1200" spc="-100" baseline="0">
                <a:solidFill>
                  <a:srgbClr val="3D0029"/>
                </a:solidFill>
                <a:latin typeface="Arial" charset="0"/>
                <a:ea typeface="Arial" charset="0"/>
                <a:cs typeface="Arial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6000" dirty="0">
                <a:hlinkClick r:id="rId2"/>
              </a:rPr>
              <a:t>Video Link</a:t>
            </a:r>
            <a:endParaRPr lang="en-GB" sz="6000" dirty="0"/>
          </a:p>
        </p:txBody>
      </p:sp>
    </p:spTree>
    <p:extLst>
      <p:ext uri="{BB962C8B-B14F-4D97-AF65-F5344CB8AC3E}">
        <p14:creationId xmlns:p14="http://schemas.microsoft.com/office/powerpoint/2010/main" val="394087788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2F1000B-2D2A-4EEF-9E52-52F4718801E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659835" y="3049037"/>
            <a:ext cx="4840357" cy="996190"/>
          </a:xfrm>
        </p:spPr>
        <p:txBody>
          <a:bodyPr/>
          <a:lstStyle/>
          <a:p>
            <a:r>
              <a:rPr lang="en-GB" sz="6000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4189078110"/>
      </p:ext>
    </p:extLst>
  </p:cSld>
  <p:clrMapOvr>
    <a:masterClrMapping/>
  </p:clrMapOvr>
</p:sld>
</file>

<file path=ppt/theme/theme1.xml><?xml version="1.0" encoding="utf-8"?>
<a:theme xmlns:a="http://schemas.openxmlformats.org/drawingml/2006/main" name="Title slide options - with imag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itle slide options - no imag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Divider slide options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Content slide options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5349</TotalTime>
  <Words>2558</Words>
  <Application>Microsoft Office PowerPoint</Application>
  <PresentationFormat>On-screen Show (4:3)</PresentationFormat>
  <Paragraphs>212</Paragraphs>
  <Slides>17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4</vt:i4>
      </vt:variant>
      <vt:variant>
        <vt:lpstr>Slide Titles</vt:lpstr>
      </vt:variant>
      <vt:variant>
        <vt:i4>17</vt:i4>
      </vt:variant>
    </vt:vector>
  </HeadingPairs>
  <TitlesOfParts>
    <vt:vector size="25" baseType="lpstr">
      <vt:lpstr>Arial</vt:lpstr>
      <vt:lpstr>Bahnschrift Condensed</vt:lpstr>
      <vt:lpstr>Calibri</vt:lpstr>
      <vt:lpstr>Calibri Light</vt:lpstr>
      <vt:lpstr>Title slide options - with image</vt:lpstr>
      <vt:lpstr>Title slide options - no image</vt:lpstr>
      <vt:lpstr>Divider slide options</vt:lpstr>
      <vt:lpstr>Content slide options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Catherine Easson</dc:creator>
  <cp:lastModifiedBy>Eru Poudel</cp:lastModifiedBy>
  <cp:revision>142</cp:revision>
  <dcterms:created xsi:type="dcterms:W3CDTF">2017-06-14T16:15:53Z</dcterms:created>
  <dcterms:modified xsi:type="dcterms:W3CDTF">2026-04-30T12:19:49Z</dcterms:modified>
</cp:coreProperties>
</file>